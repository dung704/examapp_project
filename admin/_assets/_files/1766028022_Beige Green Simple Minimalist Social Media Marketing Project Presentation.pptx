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32"/>
  </p:sldIdLst>
  <p:sldSz cx="18288000" cy="10287000"/>
  <p:notesSz cx="6858000" cy="9144000"/>
  <p:embeddedFontLst>
    <p:embeddedFont>
      <p:font typeface="Arimo" charset="1" panose="020B0604020202020204"/>
      <p:regular r:id="rId6"/>
    </p:embeddedFont>
    <p:embeddedFont>
      <p:font typeface="Arimo Bold" charset="1" panose="020B0704020202020204"/>
      <p:regular r:id="rId7"/>
    </p:embeddedFont>
    <p:embeddedFont>
      <p:font typeface="Arimo Italics" charset="1" panose="020B0604020202090204"/>
      <p:regular r:id="rId8"/>
    </p:embeddedFont>
    <p:embeddedFont>
      <p:font typeface="Arimo Bold Italics" charset="1" panose="020B0704020202090204"/>
      <p:regular r:id="rId9"/>
    </p:embeddedFont>
    <p:embeddedFont>
      <p:font typeface="Public Sans" charset="1" panose="00000000000000000000"/>
      <p:regular r:id="rId10"/>
    </p:embeddedFont>
    <p:embeddedFont>
      <p:font typeface="Public Sans Bold" charset="1" panose="00000000000000000000"/>
      <p:regular r:id="rId11"/>
    </p:embeddedFont>
    <p:embeddedFont>
      <p:font typeface="Public Sans Italics" charset="1" panose="00000000000000000000"/>
      <p:regular r:id="rId12"/>
    </p:embeddedFont>
    <p:embeddedFont>
      <p:font typeface="Public Sans Bold Italics" charset="1" panose="00000000000000000000"/>
      <p:regular r:id="rId13"/>
    </p:embeddedFont>
    <p:embeddedFont>
      <p:font typeface="Public Sans Thin" charset="1" panose="00000000000000000000"/>
      <p:regular r:id="rId14"/>
    </p:embeddedFont>
    <p:embeddedFont>
      <p:font typeface="Public Sans Thin Italics" charset="1" panose="00000000000000000000"/>
      <p:regular r:id="rId15"/>
    </p:embeddedFont>
    <p:embeddedFont>
      <p:font typeface="Public Sans Medium" charset="1" panose="00000000000000000000"/>
      <p:regular r:id="rId16"/>
    </p:embeddedFont>
    <p:embeddedFont>
      <p:font typeface="Public Sans Medium Italics" charset="1" panose="00000000000000000000"/>
      <p:regular r:id="rId17"/>
    </p:embeddedFont>
    <p:embeddedFont>
      <p:font typeface="Public Sans Heavy" charset="1" panose="00000000000000000000"/>
      <p:regular r:id="rId18"/>
    </p:embeddedFont>
    <p:embeddedFont>
      <p:font typeface="Public Sans Heavy Italics" charset="1" panose="00000000000000000000"/>
      <p:regular r:id="rId19"/>
    </p:embeddedFont>
    <p:embeddedFont>
      <p:font typeface="Fraunces" charset="1" panose="00000000000000000000"/>
      <p:regular r:id="rId20"/>
    </p:embeddedFont>
    <p:embeddedFont>
      <p:font typeface="Fraunces Bold" charset="1" panose="00000000000000000000"/>
      <p:regular r:id="rId21"/>
    </p:embeddedFont>
    <p:embeddedFont>
      <p:font typeface="Fraunces Italics" charset="1" panose="00000000000000000000"/>
      <p:regular r:id="rId22"/>
    </p:embeddedFont>
    <p:embeddedFont>
      <p:font typeface="Fraunces Bold Italics" charset="1" panose="00000000000000000000"/>
      <p:regular r:id="rId23"/>
    </p:embeddedFont>
    <p:embeddedFont>
      <p:font typeface="Fraunces Thin" charset="1" panose="00000000000000000000"/>
      <p:regular r:id="rId24"/>
    </p:embeddedFont>
    <p:embeddedFont>
      <p:font typeface="Fraunces Thin Italics" charset="1" panose="00000000000000000000"/>
      <p:regular r:id="rId25"/>
    </p:embeddedFont>
    <p:embeddedFont>
      <p:font typeface="Fraunces Light" charset="1" panose="00000000000000000000"/>
      <p:regular r:id="rId26"/>
    </p:embeddedFont>
    <p:embeddedFont>
      <p:font typeface="Fraunces Light Italics" charset="1" panose="00000000000000000000"/>
      <p:regular r:id="rId27"/>
    </p:embeddedFont>
    <p:embeddedFont>
      <p:font typeface="Fraunces Semi-Bold" charset="1" panose="00000000000000000000"/>
      <p:regular r:id="rId28"/>
    </p:embeddedFont>
    <p:embeddedFont>
      <p:font typeface="Fraunces Semi-Bold Italics" charset="1" panose="00000000000000000000"/>
      <p:regular r:id="rId29"/>
    </p:embeddedFont>
    <p:embeddedFont>
      <p:font typeface="Fraunces Heavy" charset="1" panose="00000000000000000000"/>
      <p:regular r:id="rId30"/>
    </p:embeddedFont>
    <p:embeddedFont>
      <p:font typeface="Fraunces Heavy Italics" charset="1" panose="00000000000000000000"/>
      <p:regular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slides/slide1.xml" Type="http://schemas.openxmlformats.org/officeDocument/2006/relationships/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fonts/font6.fntdata" Type="http://schemas.openxmlformats.org/officeDocument/2006/relationships/font"/><Relationship Id="rId7" Target="fonts/font7.fntdata" Type="http://schemas.openxmlformats.org/officeDocument/2006/relationships/font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6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8843010"/>
            <a:ext cx="2547610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3359"/>
              </a:lnSpc>
            </a:pPr>
            <a:r>
              <a:rPr lang="en-US" sz="2400" spc="-48">
                <a:solidFill>
                  <a:srgbClr val="36211B"/>
                </a:solidFill>
                <a:latin typeface="Public Sans Medium"/>
              </a:rPr>
              <a:t>TEAM 2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65083" y="8843010"/>
            <a:ext cx="1998594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spc="-48">
                <a:solidFill>
                  <a:srgbClr val="36211B"/>
                </a:solidFill>
                <a:latin typeface="Public Sans Thin"/>
              </a:rPr>
              <a:t>Tim</a:t>
            </a:r>
          </a:p>
        </p:txBody>
      </p:sp>
      <p:sp>
        <p:nvSpPr>
          <p:cNvPr name="AutoShape 4" id="4"/>
          <p:cNvSpPr/>
          <p:nvPr/>
        </p:nvSpPr>
        <p:spPr>
          <a:xfrm>
            <a:off x="3576310" y="9079230"/>
            <a:ext cx="5588773" cy="0"/>
          </a:xfrm>
          <a:prstGeom prst="line">
            <a:avLst/>
          </a:prstGeom>
          <a:ln cap="flat" w="9525">
            <a:solidFill>
              <a:srgbClr val="36211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3662490" y="3002528"/>
            <a:ext cx="10963021" cy="3124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00"/>
              </a:lnSpc>
            </a:pPr>
            <a:r>
              <a:rPr lang="en-US" sz="12000" spc="-480">
                <a:solidFill>
                  <a:srgbClr val="36211B"/>
                </a:solidFill>
                <a:latin typeface="Fraunces Light"/>
              </a:rPr>
              <a:t>SOCIAL MEDIA MARKETING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662490" y="6268984"/>
            <a:ext cx="10963021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 spc="-144">
                <a:solidFill>
                  <a:srgbClr val="36211B"/>
                </a:solidFill>
                <a:latin typeface="Fraunces Light Italics"/>
              </a:rPr>
              <a:t>Strategies for Building an Engaging Online Presence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163677" y="8843010"/>
            <a:ext cx="1998594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spc="-48">
                <a:solidFill>
                  <a:srgbClr val="36211B"/>
                </a:solidFill>
                <a:latin typeface="Public Sans Thin"/>
              </a:rPr>
              <a:t>Matt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162271" y="8843010"/>
            <a:ext cx="1998594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spc="-48">
                <a:solidFill>
                  <a:srgbClr val="36211B"/>
                </a:solidFill>
                <a:latin typeface="Public Sans Thin"/>
              </a:rPr>
              <a:t>Slyvia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160864" y="8843010"/>
            <a:ext cx="2098436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spc="-48">
                <a:solidFill>
                  <a:srgbClr val="36211B"/>
                </a:solidFill>
                <a:latin typeface="Public Sans Thin"/>
              </a:rPr>
              <a:t>Mandy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792480"/>
            <a:ext cx="2547610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3359"/>
              </a:lnSpc>
            </a:pPr>
            <a:r>
              <a:rPr lang="en-US" sz="2400" spc="-48">
                <a:solidFill>
                  <a:srgbClr val="36211B"/>
                </a:solidFill>
                <a:latin typeface="Public Sans Medium"/>
              </a:rPr>
              <a:t>Marketing Course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515532" y="792480"/>
            <a:ext cx="2743768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spc="-48">
                <a:solidFill>
                  <a:srgbClr val="36211B"/>
                </a:solidFill>
                <a:latin typeface="Public Sans Thin"/>
              </a:rPr>
              <a:t>2023 March 2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0" y="9910777"/>
            <a:ext cx="18288000" cy="376223"/>
          </a:xfrm>
          <a:custGeom>
            <a:avLst/>
            <a:gdLst/>
            <a:ahLst/>
            <a:cxnLst/>
            <a:rect r="r" b="b" t="t" l="l"/>
            <a:pathLst>
              <a:path h="376223" w="18288000">
                <a:moveTo>
                  <a:pt x="0" y="0"/>
                </a:moveTo>
                <a:lnTo>
                  <a:pt x="18288000" y="0"/>
                </a:lnTo>
                <a:lnTo>
                  <a:pt x="18288000" y="376223"/>
                </a:lnTo>
                <a:lnTo>
                  <a:pt x="0" y="37622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31929" r="0" b="-1102351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DAGCYJbODTw</dc:identifier>
  <dcterms:modified xsi:type="dcterms:W3CDTF">2011-08-01T06:04:30Z</dcterms:modified>
  <cp:revision>1</cp:revision>
  <dc:title>Beige Green Simple Minimalist Social Media Marketing Project Presentation</dc:title>
</cp:coreProperties>
</file>