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47"/>
  </p:sldMasterIdLst>
  <p:notesMasterIdLst>
    <p:notesMasterId r:id="rId60"/>
  </p:notesMasterIdLst>
  <p:sldIdLst>
    <p:sldId id="689" r:id="rId48"/>
    <p:sldId id="397" r:id="rId49"/>
    <p:sldId id="579" r:id="rId50"/>
    <p:sldId id="553" r:id="rId51"/>
    <p:sldId id="667" r:id="rId52"/>
    <p:sldId id="686" r:id="rId53"/>
    <p:sldId id="657" r:id="rId54"/>
    <p:sldId id="664" r:id="rId55"/>
    <p:sldId id="660" r:id="rId56"/>
    <p:sldId id="661" r:id="rId57"/>
    <p:sldId id="688" r:id="rId58"/>
    <p:sldId id="687" r:id="rId5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111D9"/>
    <a:srgbClr val="003366"/>
    <a:srgbClr val="7D7DE4"/>
    <a:srgbClr val="AE52D9"/>
    <a:srgbClr val="D78D38"/>
    <a:srgbClr val="1C647B"/>
    <a:srgbClr val="F7E8D7"/>
    <a:srgbClr val="CDD0E0"/>
    <a:srgbClr val="315E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842" autoAdjust="0"/>
  </p:normalViewPr>
  <p:slideViewPr>
    <p:cSldViewPr snapToGrid="0">
      <p:cViewPr varScale="1">
        <p:scale>
          <a:sx n="75" d="100"/>
          <a:sy n="75" d="100"/>
        </p:scale>
        <p:origin x="252" y="3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customXml" Target="../customXml/item39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customXml" Target="../customXml/item42.xml"/><Relationship Id="rId47" Type="http://schemas.openxmlformats.org/officeDocument/2006/relationships/slideMaster" Target="slideMasters/slideMaster1.xml"/><Relationship Id="rId50" Type="http://schemas.openxmlformats.org/officeDocument/2006/relationships/slide" Target="slides/slide3.xml"/><Relationship Id="rId55" Type="http://schemas.openxmlformats.org/officeDocument/2006/relationships/slide" Target="slides/slide8.xml"/><Relationship Id="rId63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customXml" Target="../customXml/item29.xml"/><Relationship Id="rId41" Type="http://schemas.openxmlformats.org/officeDocument/2006/relationships/customXml" Target="../customXml/item41.xml"/><Relationship Id="rId54" Type="http://schemas.openxmlformats.org/officeDocument/2006/relationships/slide" Target="slides/slide7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53" Type="http://schemas.openxmlformats.org/officeDocument/2006/relationships/slide" Target="slides/slide6.xml"/><Relationship Id="rId58" Type="http://schemas.openxmlformats.org/officeDocument/2006/relationships/slide" Target="slides/slide1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2.xml"/><Relationship Id="rId57" Type="http://schemas.openxmlformats.org/officeDocument/2006/relationships/slide" Target="slides/slide10.xml"/><Relationship Id="rId61" Type="http://schemas.openxmlformats.org/officeDocument/2006/relationships/presProps" Target="pres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slide" Target="slides/slide5.xml"/><Relationship Id="rId6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slide" Target="slides/slide1.xml"/><Relationship Id="rId56" Type="http://schemas.openxmlformats.org/officeDocument/2006/relationships/slide" Target="slides/slide9.xml"/><Relationship Id="rId64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87181-9929-4F7B-9F72-AD756DC08AF7}" type="datetimeFigureOut">
              <a:rPr lang="vi-VN" smtClean="0"/>
              <a:pPr/>
              <a:t>02/12/2025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C806C-0042-4322-B78B-EA3B7612788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45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BCB7-2F93-2075-5E51-9E8307E3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6F54C-4CEE-C404-E5FE-AB261BB28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FAC6-0596-97A3-8667-49EB0A37B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Đồ thị luồng điều khiển l</a:t>
            </a:r>
            <a:r>
              <a:rPr lang="vi-VN" b="0" i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à một phương pháp miêu tả thuật giải. Đây là phương pháp trực quan </a:t>
            </a:r>
            <a:r>
              <a:rPr lang="en-US" b="0" i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giúp tester </a:t>
            </a:r>
            <a:r>
              <a:rPr lang="vi-VN" b="0" i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dễ dàng </a:t>
            </a:r>
            <a:r>
              <a:rPr lang="en-US" b="0" i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quan sát được </a:t>
            </a:r>
            <a:r>
              <a:rPr lang="vi-VN" b="0" i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các thành phần của thuật giải và mối quan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vi-VN" b="0" i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  <a:t>hệ trong việc thực hiện các thành phần này.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E387A-1285-5D96-CADB-8A9C4A0AD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C806C-0042-4322-B78B-EA3B76127889}" type="slidenum">
              <a:rPr lang="vi-VN" smtClean="0"/>
              <a:pPr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859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0F3A9-B581-A139-E970-91D4373A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28A26-54EB-E7D2-BA97-1D823132E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12B7A-9EA0-67E2-1B89-C8518531A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5881B-E8D3-556C-339A-3B405CA36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C806C-0042-4322-B78B-EA3B76127889}" type="slidenum">
              <a:rPr lang="vi-VN" smtClean="0"/>
              <a:pPr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8542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vi-VN" sz="1200" b="0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kỹ thuật kiểm tra các luồng (flow) dữ liệu trong chương trình thông qua các đường dẫn (path)</a:t>
            </a:r>
          </a:p>
          <a:p>
            <a:r>
              <a:rPr lang="vi-VN" sz="1200" b="0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 dữ liệu được trực quan hóa thành các hoạt động: nhận dữ liệu vào, biến đổi dữ liệu đầu vào thông qua tính toán thành dữ liệu đầu ra</a:t>
            </a:r>
            <a:endParaRPr lang="vi-V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C806C-0042-4322-B78B-EA3B76127889}" type="slidenum">
              <a:rPr lang="vi-VN" smtClean="0"/>
              <a:pPr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4382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4EB3-A08C-4EAA-1D4A-B7E9C8E2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7CBFF-C6B9-4FF7-EDA5-D9A6F283D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3B82F-FE1B-27C8-6D32-73D165612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7F7AE-302C-4D0B-A795-02239743A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C806C-0042-4322-B78B-EA3B76127889}" type="slidenum">
              <a:rPr lang="vi-VN" smtClean="0"/>
              <a:pPr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353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DD87A-AC8F-69A7-D9EE-07F8C049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63775-48F0-2867-0C39-B8BA3B9F5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EAE63-E273-1902-29AF-2DA689708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61AAA-9A65-712C-CAFA-BB2B35CCF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C806C-0042-4322-B78B-EA3B76127889}" type="slidenum">
              <a:rPr lang="vi-VN" smtClean="0"/>
              <a:pPr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55577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2C2C-16B4-D231-5C26-7C6020E0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B02B7-35FA-68EA-B142-DBAF47A29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26DBF-86BE-2C10-47D5-796C7E526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95681-CFCB-89FA-A9DC-9B2745DDF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C806C-0042-4322-B78B-EA3B76127889}" type="slidenum">
              <a:rPr lang="vi-VN" smtClean="0"/>
              <a:pPr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47163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5267-D714-7182-ED01-7564D36B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FC009-4A97-1C16-9C12-72B8067B8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835B0-04F2-A5F1-C820-FC1F5A026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12A15-DC7C-596F-3B71-2B50C85D2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C806C-0042-4322-B78B-EA3B76127889}" type="slidenum">
              <a:rPr lang="vi-VN" smtClean="0"/>
              <a:pPr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43512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705" y="5867400"/>
            <a:ext cx="12187293" cy="990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32084" y="20574"/>
            <a:ext cx="4660053" cy="2825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k object 18"/>
          <p:cNvSpPr/>
          <p:nvPr/>
        </p:nvSpPr>
        <p:spPr>
          <a:xfrm>
            <a:off x="4631774" y="0"/>
            <a:ext cx="7499265" cy="2816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k object 19"/>
          <p:cNvSpPr/>
          <p:nvPr/>
        </p:nvSpPr>
        <p:spPr>
          <a:xfrm>
            <a:off x="10216219" y="2819400"/>
            <a:ext cx="1948519" cy="22761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k object 20"/>
          <p:cNvSpPr/>
          <p:nvPr/>
        </p:nvSpPr>
        <p:spPr>
          <a:xfrm>
            <a:off x="11673671" y="2469769"/>
            <a:ext cx="406400" cy="152400"/>
          </a:xfrm>
          <a:custGeom>
            <a:avLst/>
            <a:gdLst/>
            <a:ahLst/>
            <a:cxnLst/>
            <a:rect l="l" t="t" r="r" b="b"/>
            <a:pathLst>
              <a:path w="304800" h="152400">
                <a:moveTo>
                  <a:pt x="0" y="152400"/>
                </a:moveTo>
                <a:lnTo>
                  <a:pt x="304800" y="152400"/>
                </a:lnTo>
                <a:lnTo>
                  <a:pt x="3048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17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k object 21"/>
          <p:cNvSpPr/>
          <p:nvPr/>
        </p:nvSpPr>
        <p:spPr>
          <a:xfrm>
            <a:off x="32084" y="5074406"/>
            <a:ext cx="12131040" cy="17373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k object 22"/>
          <p:cNvSpPr/>
          <p:nvPr/>
        </p:nvSpPr>
        <p:spPr>
          <a:xfrm>
            <a:off x="30479" y="5166189"/>
            <a:ext cx="0" cy="1607820"/>
          </a:xfrm>
          <a:custGeom>
            <a:avLst/>
            <a:gdLst/>
            <a:ahLst/>
            <a:cxnLst/>
            <a:rect l="l" t="t" r="r" b="b"/>
            <a:pathLst>
              <a:path h="1607820">
                <a:moveTo>
                  <a:pt x="0" y="0"/>
                </a:moveTo>
                <a:lnTo>
                  <a:pt x="0" y="1607819"/>
                </a:lnTo>
              </a:path>
            </a:pathLst>
          </a:custGeom>
          <a:ln w="45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3" name="bk object 23"/>
          <p:cNvSpPr/>
          <p:nvPr/>
        </p:nvSpPr>
        <p:spPr>
          <a:xfrm>
            <a:off x="0" y="6808299"/>
            <a:ext cx="12192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858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bk object 24"/>
          <p:cNvSpPr/>
          <p:nvPr/>
        </p:nvSpPr>
        <p:spPr>
          <a:xfrm>
            <a:off x="12161519" y="5143329"/>
            <a:ext cx="0" cy="1676400"/>
          </a:xfrm>
          <a:custGeom>
            <a:avLst/>
            <a:gdLst/>
            <a:ahLst/>
            <a:cxnLst/>
            <a:rect l="l" t="t" r="r" b="b"/>
            <a:pathLst>
              <a:path h="1676400">
                <a:moveTo>
                  <a:pt x="0" y="0"/>
                </a:moveTo>
                <a:lnTo>
                  <a:pt x="0" y="1676400"/>
                </a:lnTo>
              </a:path>
            </a:pathLst>
          </a:custGeom>
          <a:ln w="4571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8668" y="2332685"/>
            <a:ext cx="10794661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1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92437" y="3445206"/>
            <a:ext cx="9207127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CEDC5-686F-4E46-851F-DFAB19945FC9}" type="datetimeFigureOut">
              <a:rPr lang="vi-VN" smtClean="0"/>
              <a:pPr/>
              <a:t>02/12/2025</a:t>
            </a:fld>
            <a:endParaRPr lang="vi-V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fld id="{34BEA5BB-92FA-4B8B-B307-631523363681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3970777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B3B3B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CEDC5-686F-4E46-851F-DFAB19945FC9}" type="datetimeFigureOut">
              <a:rPr lang="vi-VN" smtClean="0"/>
              <a:pPr/>
              <a:t>02/12/2025</a:t>
            </a:fld>
            <a:endParaRPr lang="vi-V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fld id="{34BEA5BB-92FA-4B8B-B307-631523363681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5992290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B3B3B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CEDC5-686F-4E46-851F-DFAB19945FC9}" type="datetimeFigureOut">
              <a:rPr lang="vi-VN" smtClean="0"/>
              <a:pPr/>
              <a:t>02/12/2025</a:t>
            </a:fld>
            <a:endParaRPr lang="vi-VN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fld id="{34BEA5BB-92FA-4B8B-B307-631523363681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8472702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3B3B3B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CEDC5-686F-4E46-851F-DFAB19945FC9}" type="datetimeFigureOut">
              <a:rPr lang="vi-VN" smtClean="0"/>
              <a:pPr/>
              <a:t>02/12/2025</a:t>
            </a:fld>
            <a:endParaRPr lang="vi-VN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fld id="{34BEA5BB-92FA-4B8B-B307-631523363681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5087013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176783" y="3808476"/>
            <a:ext cx="12009120" cy="8823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k object 18"/>
          <p:cNvSpPr/>
          <p:nvPr/>
        </p:nvSpPr>
        <p:spPr>
          <a:xfrm>
            <a:off x="188975" y="2628900"/>
            <a:ext cx="11984736" cy="20025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k object 19"/>
          <p:cNvSpPr/>
          <p:nvPr/>
        </p:nvSpPr>
        <p:spPr>
          <a:xfrm>
            <a:off x="10588753" y="3808476"/>
            <a:ext cx="1603247" cy="8823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k object 20"/>
          <p:cNvSpPr/>
          <p:nvPr/>
        </p:nvSpPr>
        <p:spPr>
          <a:xfrm>
            <a:off x="10600943" y="2656332"/>
            <a:ext cx="1591056" cy="20025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k object 21"/>
          <p:cNvSpPr/>
          <p:nvPr/>
        </p:nvSpPr>
        <p:spPr>
          <a:xfrm>
            <a:off x="5730239" y="4407409"/>
            <a:ext cx="1030224" cy="493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k object 22"/>
          <p:cNvSpPr/>
          <p:nvPr/>
        </p:nvSpPr>
        <p:spPr>
          <a:xfrm>
            <a:off x="5736336" y="3753611"/>
            <a:ext cx="1024128" cy="1124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3" name="bk object 23"/>
          <p:cNvSpPr/>
          <p:nvPr/>
        </p:nvSpPr>
        <p:spPr>
          <a:xfrm>
            <a:off x="1011562" y="3204717"/>
            <a:ext cx="10363403" cy="6426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bk object 24"/>
          <p:cNvSpPr/>
          <p:nvPr/>
        </p:nvSpPr>
        <p:spPr>
          <a:xfrm>
            <a:off x="3741590" y="2457451"/>
            <a:ext cx="4904401" cy="4160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CEDC5-686F-4E46-851F-DFAB19945FC9}" type="datetimeFigureOut">
              <a:rPr lang="vi-VN" smtClean="0"/>
              <a:pPr/>
              <a:t>02/12/2025</a:t>
            </a:fld>
            <a:endParaRPr lang="vi-VN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fld id="{34BEA5BB-92FA-4B8B-B307-631523363681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4520781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62413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705445"/>
            <a:ext cx="12192000" cy="53042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4705" y="5867400"/>
            <a:ext cx="12187293" cy="9905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13396" y="159461"/>
            <a:ext cx="676520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3B3B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3399" y="2581402"/>
            <a:ext cx="6678507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CEDC5-686F-4E46-851F-DFAB19945FC9}" type="datetimeFigureOut">
              <a:rPr lang="vi-VN" smtClean="0"/>
              <a:pPr/>
              <a:t>02/12/2025</a:t>
            </a:fld>
            <a:endParaRPr lang="vi-V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75795" y="6472712"/>
            <a:ext cx="32427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fld id="{34BEA5BB-92FA-4B8B-B307-631523363681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331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</p:sldLayoutIdLst>
  <p:transition spd="slow">
    <p:cover/>
  </p:transition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4612-B7C6-D4C3-9957-BC421C3C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9CC5BF-9C36-9DA0-1BDC-90CDCEAED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4531"/>
            <a:ext cx="5909733" cy="5945945"/>
          </a:xfrm>
          <a:prstGeom prst="rect">
            <a:avLst/>
          </a:prstGeom>
        </p:spPr>
      </p:pic>
      <p:sp>
        <p:nvSpPr>
          <p:cNvPr id="4" name="Cube 3">
            <a:extLst>
              <a:ext uri="{FF2B5EF4-FFF2-40B4-BE49-F238E27FC236}">
                <a16:creationId xmlns:a16="http://schemas.microsoft.com/office/drawing/2014/main" id="{6F712059-C092-32D3-9D96-002001C26515}"/>
              </a:ext>
            </a:extLst>
          </p:cNvPr>
          <p:cNvSpPr/>
          <p:nvPr/>
        </p:nvSpPr>
        <p:spPr>
          <a:xfrm>
            <a:off x="8486073" y="4361597"/>
            <a:ext cx="3705927" cy="2572602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 Sum(int a, int b)</a:t>
            </a:r>
          </a:p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</a:p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int S;</a:t>
            </a:r>
          </a:p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if(a==1090)</a:t>
            </a:r>
          </a:p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S=a;</a:t>
            </a:r>
          </a:p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else</a:t>
            </a:r>
          </a:p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S=a+b;</a:t>
            </a:r>
          </a:p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return S;</a:t>
            </a:r>
          </a:p>
          <a:p>
            <a:pPr lvl="1"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4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en-US" sz="32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29BF68-CA2B-6586-BF3F-99454C89E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802" y="997925"/>
            <a:ext cx="6564198" cy="58425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0CDEC5-EF4B-077E-30A3-E4B3CC572392}"/>
              </a:ext>
            </a:extLst>
          </p:cNvPr>
          <p:cNvSpPr/>
          <p:nvPr/>
        </p:nvSpPr>
        <p:spPr>
          <a:xfrm>
            <a:off x="1879101" y="-110071"/>
            <a:ext cx="656419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 algn="ctr"/>
            <a:r>
              <a:rPr lang="en-US" sz="6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 TẬP</a:t>
            </a:r>
            <a:endParaRPr lang="vi-VN" sz="6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276648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/>
        </p:nvSpPr>
        <p:spPr>
          <a:xfrm>
            <a:off x="847524" y="1164092"/>
            <a:ext cx="10731346" cy="5379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tabLst>
                <a:tab pos="457200" algn="l"/>
              </a:tabLst>
            </a:pPr>
            <a:r>
              <a:rPr lang="en-US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Mục tiêu</a:t>
            </a:r>
          </a:p>
          <a:p>
            <a:pPr algn="just">
              <a:lnSpc>
                <a:spcPct val="150000"/>
              </a:lnSpc>
            </a:pPr>
            <a:r>
              <a:rPr lang="en-US" sz="3600" i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3600" i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Kiểm tra xem phần </a:t>
            </a:r>
            <a:r>
              <a:rPr lang="en-US" sz="3600" i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mã nguồn</a:t>
            </a:r>
            <a:r>
              <a:rPr lang="en-US" sz="3600" i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có đáp ứng yêu cầu của </a:t>
            </a:r>
            <a:r>
              <a:rPr lang="en-US" sz="3600" i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 kế &amp;đặc tả </a:t>
            </a:r>
            <a:r>
              <a:rPr lang="en-US" sz="3600" i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hay không? (chính xác&amp;tin cậy)</a:t>
            </a:r>
            <a:endParaRPr lang="en-US" sz="3600" i="1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" y="-125704"/>
            <a:ext cx="12191999" cy="128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81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/>
        </p:nvSpPr>
        <p:spPr>
          <a:xfrm>
            <a:off x="730327" y="1164092"/>
            <a:ext cx="10731346" cy="337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Kỹ thuật WBT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Bao gồm: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Kiểm thử </a:t>
            </a:r>
            <a:r>
              <a:rPr lang="en-US" sz="36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luồng điều khiển</a:t>
            </a: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(Control Flow Testing)</a:t>
            </a: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Phân tích (tĩnh)&amp;kiểm thử (động) </a:t>
            </a:r>
            <a:r>
              <a:rPr lang="en-US" sz="36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luồng dữ liệu</a:t>
            </a: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 Flow Testing)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" y="-125704"/>
            <a:ext cx="12191999" cy="128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8809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/>
        </p:nvSpPr>
        <p:spPr>
          <a:xfrm>
            <a:off x="739036" y="1303900"/>
            <a:ext cx="10731346" cy="5554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 trình: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57650" y="2581831"/>
            <a:ext cx="2191657" cy="7093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 nguồn chương trình</a:t>
            </a:r>
            <a:endParaRPr lang="vi-VN" sz="240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649307" y="2900585"/>
            <a:ext cx="856343" cy="120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527300" y="2481031"/>
            <a:ext cx="2191657" cy="8101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 thị luồng</a:t>
            </a:r>
            <a:endParaRPr lang="vi-VN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05650" y="2307511"/>
            <a:ext cx="3165307" cy="1182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B1: </a:t>
            </a:r>
            <a:r>
              <a:rPr lang="en-US" sz="240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đồ thị 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endParaRPr lang="vi-VN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70957" y="2912664"/>
            <a:ext cx="856343" cy="120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028267" y="3938893"/>
            <a:ext cx="1301007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 chí</a:t>
            </a:r>
            <a:endParaRPr lang="vi-VN" sz="240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040474" y="3652493"/>
            <a:ext cx="3165307" cy="1182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B2:</a:t>
            </a:r>
            <a:r>
              <a:rPr lang="en-US" sz="240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Chọn lộ trình kiểm thử</a:t>
            </a:r>
            <a:endParaRPr lang="vi-VN" sz="240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cxnSpLocks/>
            <a:stCxn id="27" idx="3"/>
            <a:endCxn id="28" idx="2"/>
          </p:cNvCxnSpPr>
          <p:nvPr/>
        </p:nvCxnSpPr>
        <p:spPr>
          <a:xfrm>
            <a:off x="7329274" y="4243693"/>
            <a:ext cx="7112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21" idx="2"/>
          </p:cNvCxnSpPr>
          <p:nvPr/>
        </p:nvCxnSpPr>
        <p:spPr>
          <a:xfrm flipH="1">
            <a:off x="9623128" y="3291215"/>
            <a:ext cx="1" cy="3860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550262" y="5243753"/>
            <a:ext cx="2191657" cy="6945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lộ trình kiểm thử</a:t>
            </a:r>
            <a:endParaRPr lang="vi-VN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9646091" y="4844072"/>
            <a:ext cx="1" cy="3860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673755" y="4933333"/>
            <a:ext cx="3165307" cy="1182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B3:</a:t>
            </a:r>
            <a:r>
              <a:rPr lang="en-US" sz="240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Tạo ca kiểm thử</a:t>
            </a:r>
            <a:endParaRPr lang="vi-VN" sz="240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839062" y="5548554"/>
            <a:ext cx="711200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457650" y="5230126"/>
            <a:ext cx="2481943" cy="609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ca kiểm thử</a:t>
            </a:r>
            <a:endParaRPr lang="vi-VN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3962555" y="5548554"/>
            <a:ext cx="711200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1" y="-125704"/>
            <a:ext cx="12191999" cy="128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8385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  <p:bldP spid="4" grpId="0" animBg="1"/>
      <p:bldP spid="21" grpId="0" animBg="1"/>
      <p:bldP spid="12" grpId="0" animBg="1"/>
      <p:bldP spid="27" grpId="0" animBg="1"/>
      <p:bldP spid="28" grpId="0" animBg="1"/>
      <p:bldP spid="31" grpId="0" animBg="1"/>
      <p:bldP spid="35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1AF8E-3140-DE0B-2D6D-C94120BF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4F5028-D6DE-5AD8-5382-77911BF16E8F}"/>
              </a:ext>
            </a:extLst>
          </p:cNvPr>
          <p:cNvSpPr>
            <a:spLocks noGrp="1" noChangeArrowheads="1"/>
          </p:cNvSpPr>
          <p:nvPr/>
        </p:nvSpPr>
        <p:spPr>
          <a:xfrm>
            <a:off x="661283" y="990136"/>
            <a:ext cx="10731346" cy="5379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Flow Graph: G(N, E)</a:t>
            </a:r>
          </a:p>
          <a:p>
            <a:pPr marL="914400" lvl="1" indent="-457200" algn="just">
              <a:lnSpc>
                <a:spcPct val="120000"/>
              </a:lnSpc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32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(Node), đỉnh: là các </a:t>
            </a:r>
            <a:r>
              <a:rPr lang="en-US" sz="32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lệnh/khối lệnh</a:t>
            </a: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hoặc </a:t>
            </a:r>
            <a:r>
              <a:rPr lang="en-US" sz="32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thông tin d, u (cu/pu), [k]</a:t>
            </a:r>
          </a:p>
          <a:p>
            <a:pPr marL="914400" lvl="1" indent="-457200" algn="just">
              <a:lnSpc>
                <a:spcPct val="120000"/>
              </a:lnSpc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32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</a:t>
            </a: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(Edge), cung: thể hiện </a:t>
            </a:r>
            <a:r>
              <a:rPr lang="en-US" sz="32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mối quan hệ thứ tự</a:t>
            </a: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điều khiển, giữa các </a:t>
            </a:r>
            <a:r>
              <a:rPr lang="en-US" sz="32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lệnh</a:t>
            </a: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(đỉnh).</a:t>
            </a:r>
            <a:endParaRPr lang="en-US" sz="280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1A55BF-B93E-B239-6605-9127058A3B8B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-125704"/>
            <a:ext cx="12191999" cy="128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8711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D6F4-530F-BDD0-3021-F3DC9D62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A1AED558-E476-67A2-67A7-C23BEFFA21B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925"/>
            <a:ext cx="12191999" cy="11258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8388FB-027A-9B3B-59F7-D9D95DD65207}"/>
              </a:ext>
            </a:extLst>
          </p:cNvPr>
          <p:cNvSpPr>
            <a:spLocks noGrp="1" noChangeArrowheads="1"/>
          </p:cNvSpPr>
          <p:nvPr/>
        </p:nvSpPr>
        <p:spPr>
          <a:xfrm>
            <a:off x="652495" y="804038"/>
            <a:ext cx="10691653" cy="5529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600" i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endParaRPr lang="en-US" sz="36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  <a:sym typeface="Wingdings" panose="05000000000000000000" pitchFamily="2" charset="2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00D094-B5D0-8C9B-F84B-C9B60C4A7F66}"/>
              </a:ext>
            </a:extLst>
          </p:cNvPr>
          <p:cNvGrpSpPr/>
          <p:nvPr/>
        </p:nvGrpSpPr>
        <p:grpSpPr>
          <a:xfrm>
            <a:off x="262254" y="2305973"/>
            <a:ext cx="3589467" cy="3541550"/>
            <a:chOff x="278632" y="2306378"/>
            <a:chExt cx="4306370" cy="4248883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921E8F54-F887-ECFA-8E17-2844D18A4207}"/>
                </a:ext>
              </a:extLst>
            </p:cNvPr>
            <p:cNvGrpSpPr/>
            <p:nvPr/>
          </p:nvGrpSpPr>
          <p:grpSpPr>
            <a:xfrm>
              <a:off x="278632" y="2306378"/>
              <a:ext cx="4306370" cy="4248883"/>
              <a:chOff x="6278798" y="1560652"/>
              <a:chExt cx="4306370" cy="4248883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3FF28440-9432-E908-4AFF-64DD46BD5B71}"/>
                  </a:ext>
                </a:extLst>
              </p:cNvPr>
              <p:cNvGrpSpPr/>
              <p:nvPr/>
            </p:nvGrpSpPr>
            <p:grpSpPr>
              <a:xfrm>
                <a:off x="7312089" y="1560652"/>
                <a:ext cx="2606350" cy="4058282"/>
                <a:chOff x="7312089" y="1560652"/>
                <a:chExt cx="2606350" cy="4058282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6B5E80E6-3533-63BC-0316-2F701ADBD734}"/>
                    </a:ext>
                  </a:extLst>
                </p:cNvPr>
                <p:cNvSpPr/>
                <p:nvPr/>
              </p:nvSpPr>
              <p:spPr>
                <a:xfrm>
                  <a:off x="8189166" y="2991142"/>
                  <a:ext cx="821094" cy="783771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vi-VN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CAC564A4-D234-EF56-8BDB-559E658CCA4F}"/>
                    </a:ext>
                  </a:extLst>
                </p:cNvPr>
                <p:cNvSpPr/>
                <p:nvPr/>
              </p:nvSpPr>
              <p:spPr>
                <a:xfrm>
                  <a:off x="7312089" y="3913153"/>
                  <a:ext cx="821094" cy="783771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vi-VN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A8A4D487-5A84-9C0D-1A02-E40CB40B9E15}"/>
                    </a:ext>
                  </a:extLst>
                </p:cNvPr>
                <p:cNvSpPr/>
                <p:nvPr/>
              </p:nvSpPr>
              <p:spPr>
                <a:xfrm>
                  <a:off x="9097345" y="3913153"/>
                  <a:ext cx="821094" cy="783771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vi-VN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1818F6E4-DFCE-77EC-9209-91A46D8BCBF9}"/>
                    </a:ext>
                  </a:extLst>
                </p:cNvPr>
                <p:cNvSpPr/>
                <p:nvPr/>
              </p:nvSpPr>
              <p:spPr>
                <a:xfrm>
                  <a:off x="8189166" y="4835163"/>
                  <a:ext cx="821094" cy="783771"/>
                </a:xfrm>
                <a:prstGeom prst="ellipse">
                  <a:avLst/>
                </a:prstGeom>
                <a:noFill/>
                <a:ln w="50800" cmpd="dbl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vi-VN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15" name="Straight Arrow Connector 114">
                  <a:extLst>
                    <a:ext uri="{FF2B5EF4-FFF2-40B4-BE49-F238E27FC236}">
                      <a16:creationId xmlns:a16="http://schemas.microsoft.com/office/drawing/2014/main" id="{CB272154-E71F-8E3C-D189-B753250823ED}"/>
                    </a:ext>
                  </a:extLst>
                </p:cNvPr>
                <p:cNvCxnSpPr>
                  <a:stCxn id="108" idx="2"/>
                  <a:endCxn id="109" idx="0"/>
                </p:cNvCxnSpPr>
                <p:nvPr/>
              </p:nvCxnSpPr>
              <p:spPr>
                <a:xfrm flipH="1">
                  <a:off x="7722636" y="3383028"/>
                  <a:ext cx="466530" cy="53012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Arrow Connector 115">
                  <a:extLst>
                    <a:ext uri="{FF2B5EF4-FFF2-40B4-BE49-F238E27FC236}">
                      <a16:creationId xmlns:a16="http://schemas.microsoft.com/office/drawing/2014/main" id="{852D0C4F-73AF-E9FB-B63C-35C8F293772F}"/>
                    </a:ext>
                  </a:extLst>
                </p:cNvPr>
                <p:cNvCxnSpPr>
                  <a:stCxn id="108" idx="6"/>
                  <a:endCxn id="110" idx="0"/>
                </p:cNvCxnSpPr>
                <p:nvPr/>
              </p:nvCxnSpPr>
              <p:spPr>
                <a:xfrm>
                  <a:off x="9010260" y="3383028"/>
                  <a:ext cx="497632" cy="53012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04797FD1-0F97-0E67-60F2-F28AB6951094}"/>
                    </a:ext>
                  </a:extLst>
                </p:cNvPr>
                <p:cNvCxnSpPr>
                  <a:stCxn id="109" idx="4"/>
                  <a:endCxn id="111" idx="2"/>
                </p:cNvCxnSpPr>
                <p:nvPr/>
              </p:nvCxnSpPr>
              <p:spPr>
                <a:xfrm>
                  <a:off x="7722636" y="4696924"/>
                  <a:ext cx="466530" cy="53012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E017F8D8-43D9-BAC3-3B42-6F08502EF703}"/>
                    </a:ext>
                  </a:extLst>
                </p:cNvPr>
                <p:cNvCxnSpPr>
                  <a:stCxn id="110" idx="4"/>
                  <a:endCxn id="111" idx="6"/>
                </p:cNvCxnSpPr>
                <p:nvPr/>
              </p:nvCxnSpPr>
              <p:spPr>
                <a:xfrm flipH="1">
                  <a:off x="9010260" y="4696924"/>
                  <a:ext cx="497632" cy="53012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DFB90DFE-8AA7-738F-FF14-957950C575BC}"/>
                    </a:ext>
                  </a:extLst>
                </p:cNvPr>
                <p:cNvSpPr/>
                <p:nvPr/>
              </p:nvSpPr>
              <p:spPr>
                <a:xfrm>
                  <a:off x="8201768" y="1837131"/>
                  <a:ext cx="821094" cy="783771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vi-VN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66C0209D-7884-3B1F-29C8-CF55A5980EBA}"/>
                    </a:ext>
                  </a:extLst>
                </p:cNvPr>
                <p:cNvCxnSpPr>
                  <a:endCxn id="123" idx="0"/>
                </p:cNvCxnSpPr>
                <p:nvPr/>
              </p:nvCxnSpPr>
              <p:spPr>
                <a:xfrm>
                  <a:off x="8606239" y="1560652"/>
                  <a:ext cx="6076" cy="276479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E70B7B11-BAE9-CD6A-D56A-897284717D75}"/>
                    </a:ext>
                  </a:extLst>
                </p:cNvPr>
                <p:cNvCxnSpPr>
                  <a:stCxn id="123" idx="4"/>
                </p:cNvCxnSpPr>
                <p:nvPr/>
              </p:nvCxnSpPr>
              <p:spPr>
                <a:xfrm flipH="1">
                  <a:off x="8597417" y="2620902"/>
                  <a:ext cx="14898" cy="348032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CFEB776B-2E0A-B1DD-1ED3-B8D803AA0477}"/>
                  </a:ext>
                </a:extLst>
              </p:cNvPr>
              <p:cNvGrpSpPr/>
              <p:nvPr/>
            </p:nvGrpSpPr>
            <p:grpSpPr>
              <a:xfrm>
                <a:off x="6278798" y="1697890"/>
                <a:ext cx="4306370" cy="4111645"/>
                <a:chOff x="6278798" y="1697890"/>
                <a:chExt cx="4306370" cy="4111645"/>
              </a:xfrm>
            </p:grpSpPr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65397FC-EAFB-2ED4-CA66-6B0A8CFEF083}"/>
                    </a:ext>
                  </a:extLst>
                </p:cNvPr>
                <p:cNvSpPr txBox="1"/>
                <p:nvPr/>
              </p:nvSpPr>
              <p:spPr>
                <a:xfrm>
                  <a:off x="8808169" y="1697890"/>
                  <a:ext cx="114018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TimMax(a,b)</a:t>
                  </a:r>
                  <a:endParaRPr lang="vi-VN" sz="14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2EB7794-47A2-E3BF-0E93-2550671A4355}"/>
                    </a:ext>
                  </a:extLst>
                </p:cNvPr>
                <p:cNvSpPr txBox="1"/>
                <p:nvPr/>
              </p:nvSpPr>
              <p:spPr>
                <a:xfrm>
                  <a:off x="8984815" y="2605682"/>
                  <a:ext cx="6832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if(a&gt;b)</a:t>
                  </a:r>
                  <a:endParaRPr lang="vi-VN" sz="14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FB9452BD-12E2-C8AF-092A-6633823C3B6F}"/>
                    </a:ext>
                  </a:extLst>
                </p:cNvPr>
                <p:cNvSpPr txBox="1"/>
                <p:nvPr/>
              </p:nvSpPr>
              <p:spPr>
                <a:xfrm>
                  <a:off x="6278798" y="3987304"/>
                  <a:ext cx="67518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max=a</a:t>
                  </a:r>
                  <a:endParaRPr lang="vi-VN" sz="14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1284596C-29C2-02E5-9898-50EDA101405A}"/>
                    </a:ext>
                  </a:extLst>
                </p:cNvPr>
                <p:cNvSpPr txBox="1"/>
                <p:nvPr/>
              </p:nvSpPr>
              <p:spPr>
                <a:xfrm>
                  <a:off x="9900365" y="4126135"/>
                  <a:ext cx="68480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max=b</a:t>
                  </a:r>
                  <a:endParaRPr lang="vi-VN" sz="14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6C5B037-FFB0-9956-69FA-104CDAF0E23C}"/>
                    </a:ext>
                  </a:extLst>
                </p:cNvPr>
                <p:cNvSpPr txBox="1"/>
                <p:nvPr/>
              </p:nvSpPr>
              <p:spPr>
                <a:xfrm>
                  <a:off x="7955901" y="5501757"/>
                  <a:ext cx="966931" cy="3077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return max</a:t>
                  </a:r>
                  <a:endParaRPr lang="vi-VN" sz="14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6A29211-CAA9-46DD-B493-2F9F1786A89E}"/>
                </a:ext>
              </a:extLst>
            </p:cNvPr>
            <p:cNvSpPr txBox="1"/>
            <p:nvPr/>
          </p:nvSpPr>
          <p:spPr>
            <a:xfrm>
              <a:off x="1447800" y="4179613"/>
              <a:ext cx="7538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a&gt;b</a:t>
              </a:r>
              <a:endParaRPr lang="vi-VN" sz="11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D877290-D898-D53B-D006-9F9CE0C7E019}"/>
                </a:ext>
              </a:extLst>
            </p:cNvPr>
            <p:cNvSpPr txBox="1"/>
            <p:nvPr/>
          </p:nvSpPr>
          <p:spPr>
            <a:xfrm>
              <a:off x="3276074" y="4218119"/>
              <a:ext cx="7538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a&lt;=b</a:t>
              </a:r>
              <a:endParaRPr lang="vi-VN" sz="11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E0A47DD-7658-4F3B-BE0C-789130FD2162}"/>
              </a:ext>
            </a:extLst>
          </p:cNvPr>
          <p:cNvGrpSpPr/>
          <p:nvPr/>
        </p:nvGrpSpPr>
        <p:grpSpPr>
          <a:xfrm>
            <a:off x="4191832" y="2146000"/>
            <a:ext cx="3492640" cy="3943029"/>
            <a:chOff x="6587417" y="1406981"/>
            <a:chExt cx="4279370" cy="483121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B3F6A41-F475-2825-6367-04A537794E18}"/>
                </a:ext>
              </a:extLst>
            </p:cNvPr>
            <p:cNvGrpSpPr/>
            <p:nvPr/>
          </p:nvGrpSpPr>
          <p:grpSpPr>
            <a:xfrm>
              <a:off x="7312089" y="1406981"/>
              <a:ext cx="2606350" cy="4211953"/>
              <a:chOff x="7312089" y="1406981"/>
              <a:chExt cx="2606350" cy="4211953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739DC749-BBEC-0D6F-43DC-29C389287816}"/>
                  </a:ext>
                </a:extLst>
              </p:cNvPr>
              <p:cNvSpPr/>
              <p:nvPr/>
            </p:nvSpPr>
            <p:spPr>
              <a:xfrm>
                <a:off x="8205406" y="2991142"/>
                <a:ext cx="821094" cy="7837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CE886DA-12E9-FB10-C255-BB73DD1814D8}"/>
                  </a:ext>
                </a:extLst>
              </p:cNvPr>
              <p:cNvSpPr/>
              <p:nvPr/>
            </p:nvSpPr>
            <p:spPr>
              <a:xfrm>
                <a:off x="7312089" y="3913153"/>
                <a:ext cx="821094" cy="7837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7867B20-A496-5A31-23F7-614D2C030AC2}"/>
                  </a:ext>
                </a:extLst>
              </p:cNvPr>
              <p:cNvSpPr/>
              <p:nvPr/>
            </p:nvSpPr>
            <p:spPr>
              <a:xfrm>
                <a:off x="9097345" y="3913153"/>
                <a:ext cx="821094" cy="7837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7DA22AD-48D9-8EAE-1EA9-D11A223A0D7D}"/>
                  </a:ext>
                </a:extLst>
              </p:cNvPr>
              <p:cNvSpPr/>
              <p:nvPr/>
            </p:nvSpPr>
            <p:spPr>
              <a:xfrm>
                <a:off x="8205406" y="4835163"/>
                <a:ext cx="821094" cy="783771"/>
              </a:xfrm>
              <a:prstGeom prst="ellipse">
                <a:avLst/>
              </a:prstGeom>
              <a:noFill/>
              <a:ln w="508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3A25AF13-2801-8791-8E0F-BFEB4175265B}"/>
                  </a:ext>
                </a:extLst>
              </p:cNvPr>
              <p:cNvCxnSpPr>
                <a:stCxn id="53" idx="2"/>
                <a:endCxn id="54" idx="0"/>
              </p:cNvCxnSpPr>
              <p:nvPr/>
            </p:nvCxnSpPr>
            <p:spPr>
              <a:xfrm flipH="1">
                <a:off x="7722636" y="3383028"/>
                <a:ext cx="482770" cy="530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8D16F3F7-8A38-2637-5F6E-0F8D4740A59D}"/>
                  </a:ext>
                </a:extLst>
              </p:cNvPr>
              <p:cNvCxnSpPr>
                <a:stCxn id="53" idx="6"/>
                <a:endCxn id="55" idx="0"/>
              </p:cNvCxnSpPr>
              <p:nvPr/>
            </p:nvCxnSpPr>
            <p:spPr>
              <a:xfrm>
                <a:off x="9026500" y="3383028"/>
                <a:ext cx="481392" cy="530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96202130-8800-0194-E2CC-403A0FF30697}"/>
                  </a:ext>
                </a:extLst>
              </p:cNvPr>
              <p:cNvCxnSpPr>
                <a:stCxn id="54" idx="4"/>
                <a:endCxn id="56" idx="2"/>
              </p:cNvCxnSpPr>
              <p:nvPr/>
            </p:nvCxnSpPr>
            <p:spPr>
              <a:xfrm>
                <a:off x="7722636" y="4696924"/>
                <a:ext cx="482770" cy="530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02D0B90-7E8F-5C3D-2346-03DE159305A5}"/>
                  </a:ext>
                </a:extLst>
              </p:cNvPr>
              <p:cNvCxnSpPr>
                <a:stCxn id="55" idx="4"/>
                <a:endCxn id="56" idx="6"/>
              </p:cNvCxnSpPr>
              <p:nvPr/>
            </p:nvCxnSpPr>
            <p:spPr>
              <a:xfrm flipH="1">
                <a:off x="9026500" y="4696924"/>
                <a:ext cx="481392" cy="530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9880748-754F-F252-1369-ED78D6F35AE0}"/>
                  </a:ext>
                </a:extLst>
              </p:cNvPr>
              <p:cNvSpPr/>
              <p:nvPr/>
            </p:nvSpPr>
            <p:spPr>
              <a:xfrm>
                <a:off x="8205406" y="1837131"/>
                <a:ext cx="821094" cy="7837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226483FE-1D5F-1122-BDB4-A29B6F9FED5A}"/>
                  </a:ext>
                </a:extLst>
              </p:cNvPr>
              <p:cNvCxnSpPr>
                <a:cxnSpLocks/>
                <a:stCxn id="61" idx="4"/>
                <a:endCxn id="53" idx="0"/>
              </p:cNvCxnSpPr>
              <p:nvPr/>
            </p:nvCxnSpPr>
            <p:spPr>
              <a:xfrm>
                <a:off x="8615953" y="2620902"/>
                <a:ext cx="0" cy="37024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F16BBFB-84CE-5099-BAB9-8A0CD43DF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5953" y="1406981"/>
                <a:ext cx="0" cy="37024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69AEAC6-7A4C-CFA7-D946-2B182CCA93C1}"/>
                </a:ext>
              </a:extLst>
            </p:cNvPr>
            <p:cNvGrpSpPr/>
            <p:nvPr/>
          </p:nvGrpSpPr>
          <p:grpSpPr>
            <a:xfrm>
              <a:off x="6587417" y="2031009"/>
              <a:ext cx="4279370" cy="4207182"/>
              <a:chOff x="6587417" y="2031009"/>
              <a:chExt cx="4279370" cy="420718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AF241A-2747-7171-5EFC-4BD46949172C}"/>
                  </a:ext>
                </a:extLst>
              </p:cNvPr>
              <p:cNvSpPr txBox="1"/>
              <p:nvPr/>
            </p:nvSpPr>
            <p:spPr>
              <a:xfrm>
                <a:off x="8996057" y="2031009"/>
                <a:ext cx="915657" cy="3771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def(a,b)</a:t>
                </a:r>
                <a:endParaRPr lang="vi-VN" sz="1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B61819-34F2-66F9-57CD-B2673E1B9DD2}"/>
                  </a:ext>
                </a:extLst>
              </p:cNvPr>
              <p:cNvSpPr txBox="1"/>
              <p:nvPr/>
            </p:nvSpPr>
            <p:spPr>
              <a:xfrm>
                <a:off x="8941697" y="3031556"/>
                <a:ext cx="929405" cy="3771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use(a,b)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AB45C89-9DB2-B6E4-A515-3C7F8FD0DFD0}"/>
                  </a:ext>
                </a:extLst>
              </p:cNvPr>
              <p:cNvSpPr txBox="1"/>
              <p:nvPr/>
            </p:nvSpPr>
            <p:spPr>
              <a:xfrm>
                <a:off x="6587417" y="4032860"/>
                <a:ext cx="1031537" cy="641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use(a)</a:t>
                </a:r>
              </a:p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def(max)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A669C47-F6A9-0D06-EF14-B8738FF4A3E6}"/>
                  </a:ext>
                </a:extLst>
              </p:cNvPr>
              <p:cNvSpPr txBox="1"/>
              <p:nvPr/>
            </p:nvSpPr>
            <p:spPr>
              <a:xfrm>
                <a:off x="9835250" y="4005806"/>
                <a:ext cx="1031537" cy="641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use(b)</a:t>
                </a:r>
              </a:p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def(max)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5E7C7FE-CFEF-A9D8-6941-DC6DF922539E}"/>
                  </a:ext>
                </a:extLst>
              </p:cNvPr>
              <p:cNvSpPr txBox="1"/>
              <p:nvPr/>
            </p:nvSpPr>
            <p:spPr>
              <a:xfrm>
                <a:off x="7981350" y="5597114"/>
                <a:ext cx="1935016" cy="641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use(max)</a:t>
                </a:r>
              </a:p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kill(a,b,max)</a:t>
                </a:r>
                <a:r>
                  <a:rPr lang="en-US" sz="14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/killall</a:t>
                </a:r>
                <a:endParaRPr lang="vi-VN" sz="14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F7A138D-81EE-B87B-2828-9855EB2B5AC0}"/>
              </a:ext>
            </a:extLst>
          </p:cNvPr>
          <p:cNvGrpSpPr/>
          <p:nvPr/>
        </p:nvGrpSpPr>
        <p:grpSpPr>
          <a:xfrm>
            <a:off x="8213607" y="2146000"/>
            <a:ext cx="3694687" cy="3769074"/>
            <a:chOff x="6434026" y="1406981"/>
            <a:chExt cx="4495959" cy="458647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39D7CE-77B6-D063-791C-07EF501FA7AB}"/>
                </a:ext>
              </a:extLst>
            </p:cNvPr>
            <p:cNvGrpSpPr/>
            <p:nvPr/>
          </p:nvGrpSpPr>
          <p:grpSpPr>
            <a:xfrm>
              <a:off x="7312089" y="1406981"/>
              <a:ext cx="2606350" cy="4211953"/>
              <a:chOff x="7312089" y="1406981"/>
              <a:chExt cx="2606350" cy="4211953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E12A3C8-BBEA-62FC-0A29-B4CF1AB6D151}"/>
                  </a:ext>
                </a:extLst>
              </p:cNvPr>
              <p:cNvSpPr/>
              <p:nvPr/>
            </p:nvSpPr>
            <p:spPr>
              <a:xfrm>
                <a:off x="8205406" y="2991142"/>
                <a:ext cx="821094" cy="7837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D884957-4A90-0104-E6A7-90CCAEC87D76}"/>
                  </a:ext>
                </a:extLst>
              </p:cNvPr>
              <p:cNvSpPr/>
              <p:nvPr/>
            </p:nvSpPr>
            <p:spPr>
              <a:xfrm>
                <a:off x="7312089" y="3913153"/>
                <a:ext cx="821094" cy="7837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BD3B4F9-9FAB-C596-13F0-F0AF99F5EA73}"/>
                  </a:ext>
                </a:extLst>
              </p:cNvPr>
              <p:cNvSpPr/>
              <p:nvPr/>
            </p:nvSpPr>
            <p:spPr>
              <a:xfrm>
                <a:off x="9097345" y="3913153"/>
                <a:ext cx="821094" cy="7837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7F9FCEC-3E7D-490E-981F-4B64C444F76F}"/>
                  </a:ext>
                </a:extLst>
              </p:cNvPr>
              <p:cNvSpPr/>
              <p:nvPr/>
            </p:nvSpPr>
            <p:spPr>
              <a:xfrm>
                <a:off x="8205406" y="4835163"/>
                <a:ext cx="821094" cy="783771"/>
              </a:xfrm>
              <a:prstGeom prst="ellipse">
                <a:avLst/>
              </a:prstGeom>
              <a:noFill/>
              <a:ln w="508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106EF38F-C722-21A2-6EFC-89131BD0D5EF}"/>
                  </a:ext>
                </a:extLst>
              </p:cNvPr>
              <p:cNvCxnSpPr>
                <a:stCxn id="15" idx="2"/>
                <a:endCxn id="16" idx="0"/>
              </p:cNvCxnSpPr>
              <p:nvPr/>
            </p:nvCxnSpPr>
            <p:spPr>
              <a:xfrm flipH="1">
                <a:off x="7722636" y="3383028"/>
                <a:ext cx="482770" cy="530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DD2BD39-8BF7-EF3A-1338-4BC6DBD03523}"/>
                  </a:ext>
                </a:extLst>
              </p:cNvPr>
              <p:cNvCxnSpPr>
                <a:stCxn id="15" idx="6"/>
                <a:endCxn id="17" idx="0"/>
              </p:cNvCxnSpPr>
              <p:nvPr/>
            </p:nvCxnSpPr>
            <p:spPr>
              <a:xfrm>
                <a:off x="9026500" y="3383028"/>
                <a:ext cx="481392" cy="530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0E05753-DAEA-3A4B-F46C-5318F22914B4}"/>
                  </a:ext>
                </a:extLst>
              </p:cNvPr>
              <p:cNvCxnSpPr>
                <a:stCxn id="16" idx="4"/>
                <a:endCxn id="18" idx="2"/>
              </p:cNvCxnSpPr>
              <p:nvPr/>
            </p:nvCxnSpPr>
            <p:spPr>
              <a:xfrm>
                <a:off x="7722636" y="4696924"/>
                <a:ext cx="482770" cy="530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4FBBD87-E47A-9405-A176-612C60519148}"/>
                  </a:ext>
                </a:extLst>
              </p:cNvPr>
              <p:cNvCxnSpPr>
                <a:stCxn id="17" idx="4"/>
                <a:endCxn id="18" idx="6"/>
              </p:cNvCxnSpPr>
              <p:nvPr/>
            </p:nvCxnSpPr>
            <p:spPr>
              <a:xfrm flipH="1">
                <a:off x="9026500" y="4696924"/>
                <a:ext cx="481392" cy="53012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88812F2-9E5D-51CE-EBE8-F95BC20EBE23}"/>
                  </a:ext>
                </a:extLst>
              </p:cNvPr>
              <p:cNvSpPr/>
              <p:nvPr/>
            </p:nvSpPr>
            <p:spPr>
              <a:xfrm>
                <a:off x="8205406" y="1837131"/>
                <a:ext cx="821094" cy="7837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vi-VN" sz="1600">
                  <a:solidFill>
                    <a:srgbClr val="0033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4D7CD799-C473-9262-3A5F-ED009291371B}"/>
                  </a:ext>
                </a:extLst>
              </p:cNvPr>
              <p:cNvCxnSpPr>
                <a:cxnSpLocks/>
                <a:stCxn id="23" idx="4"/>
                <a:endCxn id="15" idx="0"/>
              </p:cNvCxnSpPr>
              <p:nvPr/>
            </p:nvCxnSpPr>
            <p:spPr>
              <a:xfrm>
                <a:off x="8615953" y="2620902"/>
                <a:ext cx="0" cy="37024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F90C084A-6E47-550E-F1CD-2A0B08289E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5953" y="1406981"/>
                <a:ext cx="0" cy="37024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73408D-B391-AA2F-7336-F53D6D62BADE}"/>
                </a:ext>
              </a:extLst>
            </p:cNvPr>
            <p:cNvGrpSpPr/>
            <p:nvPr/>
          </p:nvGrpSpPr>
          <p:grpSpPr>
            <a:xfrm>
              <a:off x="6434026" y="1983851"/>
              <a:ext cx="4495959" cy="4009608"/>
              <a:chOff x="6434026" y="1983851"/>
              <a:chExt cx="4495959" cy="400960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0CDDC6-59C8-548F-C3FF-F8BD3EE50B4A}"/>
                  </a:ext>
                </a:extLst>
              </p:cNvPr>
              <p:cNvSpPr txBox="1"/>
              <p:nvPr/>
            </p:nvSpPr>
            <p:spPr>
              <a:xfrm>
                <a:off x="9035486" y="1983851"/>
                <a:ext cx="909392" cy="374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def(a,b)</a:t>
                </a:r>
                <a:endParaRPr lang="vi-VN" sz="1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02B182-8BA7-4719-DC4B-4157E86D8ADE}"/>
                  </a:ext>
                </a:extLst>
              </p:cNvPr>
              <p:cNvSpPr txBox="1"/>
              <p:nvPr/>
            </p:nvSpPr>
            <p:spPr>
              <a:xfrm>
                <a:off x="6434026" y="4026842"/>
                <a:ext cx="1024480" cy="636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cuse(a)</a:t>
                </a:r>
              </a:p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def(max)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791C8C-4F91-4C5D-2C56-208A934E36C8}"/>
                  </a:ext>
                </a:extLst>
              </p:cNvPr>
              <p:cNvSpPr txBox="1"/>
              <p:nvPr/>
            </p:nvSpPr>
            <p:spPr>
              <a:xfrm>
                <a:off x="9905505" y="4009995"/>
                <a:ext cx="1024480" cy="636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cuse(b)</a:t>
                </a:r>
              </a:p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def(max)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FAFE55-4AEA-52F7-3AEA-43070F9AA3FC}"/>
                  </a:ext>
                </a:extLst>
              </p:cNvPr>
              <p:cNvSpPr txBox="1"/>
              <p:nvPr/>
            </p:nvSpPr>
            <p:spPr>
              <a:xfrm>
                <a:off x="7981351" y="5618934"/>
                <a:ext cx="1135668" cy="374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cuse(max)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FBA36F5-5545-C7CA-3872-D6E1FED93ED1}"/>
                  </a:ext>
                </a:extLst>
              </p:cNvPr>
              <p:cNvSpPr txBox="1"/>
              <p:nvPr/>
            </p:nvSpPr>
            <p:spPr>
              <a:xfrm>
                <a:off x="9115452" y="3289121"/>
                <a:ext cx="1032283" cy="374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puse(a,b)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2DA79D-97DA-D1E8-4A98-BBBB4A6FBCD8}"/>
                  </a:ext>
                </a:extLst>
              </p:cNvPr>
              <p:cNvSpPr txBox="1"/>
              <p:nvPr/>
            </p:nvSpPr>
            <p:spPr>
              <a:xfrm>
                <a:off x="7109729" y="3369984"/>
                <a:ext cx="1032283" cy="3745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puse(a,b)</a:t>
                </a:r>
              </a:p>
            </p:txBody>
          </p:sp>
        </p:grp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408352BE-4142-236A-D214-6DF447EA660D}"/>
              </a:ext>
            </a:extLst>
          </p:cNvPr>
          <p:cNvSpPr txBox="1">
            <a:spLocks noChangeArrowheads="1"/>
          </p:cNvSpPr>
          <p:nvPr/>
        </p:nvSpPr>
        <p:spPr>
          <a:xfrm>
            <a:off x="950398" y="1585790"/>
            <a:ext cx="2438612" cy="396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3DDC8BCA-CD6D-9D5E-4FF6-545607D39C5D}"/>
              </a:ext>
            </a:extLst>
          </p:cNvPr>
          <p:cNvSpPr txBox="1">
            <a:spLocks noChangeArrowheads="1"/>
          </p:cNvSpPr>
          <p:nvPr/>
        </p:nvSpPr>
        <p:spPr>
          <a:xfrm>
            <a:off x="4428494" y="1627797"/>
            <a:ext cx="2837885" cy="396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DFG (static)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E09E522A-17AD-CA35-617A-9C684DC0EC00}"/>
              </a:ext>
            </a:extLst>
          </p:cNvPr>
          <p:cNvSpPr txBox="1">
            <a:spLocks noChangeArrowheads="1"/>
          </p:cNvSpPr>
          <p:nvPr/>
        </p:nvSpPr>
        <p:spPr>
          <a:xfrm>
            <a:off x="8506263" y="1720891"/>
            <a:ext cx="3135785" cy="396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DFG (DYNAMIC)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1947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/>
        </p:nvSpPr>
        <p:spPr>
          <a:xfrm>
            <a:off x="730327" y="1164092"/>
            <a:ext cx="10731346" cy="5379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Tiêu chí (ControlFlow Testing)</a:t>
            </a:r>
          </a:p>
          <a:p>
            <a:pPr marL="571500" indent="-57150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80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coverage (SC)</a:t>
            </a:r>
          </a:p>
          <a:p>
            <a:pPr marL="571500" indent="-57150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80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coverage (DC) – Edge/Branch Coverage</a:t>
            </a:r>
          </a:p>
          <a:p>
            <a:pPr marL="571500" indent="-57150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80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 coverage (CC)</a:t>
            </a:r>
          </a:p>
          <a:p>
            <a:pPr marL="571500" indent="-57150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Decision/condition coverage (D/CC)</a:t>
            </a:r>
          </a:p>
          <a:p>
            <a:pPr marL="571500" indent="-57150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condition coverage (MCC)</a:t>
            </a:r>
          </a:p>
          <a:p>
            <a:pPr marL="571500" indent="-57150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8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 coverage (PC)</a:t>
            </a:r>
          </a:p>
          <a:p>
            <a:pPr marL="571500" indent="-571500" algn="just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 Path coverage</a:t>
            </a:r>
            <a:endParaRPr lang="en-US" sz="280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endParaRPr lang="en-US" sz="3600" b="1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600" b="1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600" b="1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3600" i="1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" y="-125704"/>
            <a:ext cx="12191999" cy="1289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78412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/>
        </p:nvSpPr>
        <p:spPr>
          <a:xfrm>
            <a:off x="730325" y="1099329"/>
            <a:ext cx="10581142" cy="5379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600" b="1">
                <a:solidFill>
                  <a:srgbClr val="00336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Tiêu chí (DataFlow Testing Static)</a:t>
            </a:r>
            <a:endParaRPr lang="en-US" sz="3600" b="1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Mẫu chuẩn: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duk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vi-VN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khả năng ghi nhận lỗi </a:t>
            </a:r>
            <a:r>
              <a:rPr lang="vi-VN" sz="3200" i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(bất thường)</a:t>
            </a:r>
            <a:r>
              <a:rPr lang="vi-VN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vi-VN" sz="28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~u, ~k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vi-VN" sz="28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d~</a:t>
            </a:r>
            <a:endParaRPr lang="vi-VN" sz="2800" i="1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vi-VN" sz="28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dd, dk</a:t>
            </a:r>
          </a:p>
          <a:p>
            <a:pPr marL="457200" indent="-4572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vi-VN" sz="28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ku, kk</a:t>
            </a:r>
            <a:endParaRPr lang="vi-VN" sz="320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4926"/>
            <a:ext cx="12191999" cy="1094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>
          <a:xfrm>
            <a:off x="3917651" y="2137129"/>
            <a:ext cx="6665681" cy="3126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endParaRPr lang="vi-VN" sz="280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1611789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172F7-5F52-14E7-17FE-60E4D442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AE800F-C360-BE6B-5A63-D8659EDC15F9}"/>
              </a:ext>
            </a:extLst>
          </p:cNvPr>
          <p:cNvSpPr>
            <a:spLocks noGrp="1" noChangeArrowheads="1"/>
          </p:cNvSpPr>
          <p:nvPr/>
        </p:nvSpPr>
        <p:spPr>
          <a:xfrm>
            <a:off x="730326" y="1099329"/>
            <a:ext cx="10731346" cy="5379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iêu chí</a:t>
            </a:r>
            <a:r>
              <a:rPr lang="en-US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(DataFlow Testing Dynamic):</a:t>
            </a:r>
            <a:endParaRPr lang="vi-VN" sz="360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defs coverage: </a:t>
            </a:r>
            <a:r>
              <a:rPr lang="en-US" sz="36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mỗi định nghĩa </a:t>
            </a:r>
            <a:r>
              <a:rPr lang="en-US" sz="3600">
                <a:solidFill>
                  <a:srgbClr val="00336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biến đạt đến được </a:t>
            </a:r>
            <a:r>
              <a:rPr lang="en-US" sz="3600" i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ít nhất một sự sử dụng </a:t>
            </a: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du(v, n</a:t>
            </a:r>
            <a:r>
              <a:rPr lang="en-US" sz="3600" baseline="-25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  <a:endParaRPr lang="en-US" sz="360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uses coverage: </a:t>
            </a:r>
            <a:r>
              <a:rPr lang="en-US" sz="36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mỗi một sử dụng</a:t>
            </a:r>
            <a:r>
              <a:rPr lang="en-US" sz="3600">
                <a:solidFill>
                  <a:srgbClr val="00336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biến đạt đến được </a:t>
            </a:r>
            <a:r>
              <a:rPr lang="en-US" sz="3600" i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ít nhất một định nghĩa </a:t>
            </a: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(du(v, ni, nj))</a:t>
            </a: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def-use coverage (All du-path coverage): </a:t>
            </a:r>
            <a:r>
              <a:rPr lang="en-US" sz="36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mỗi định nghĩa</a:t>
            </a:r>
            <a:r>
              <a:rPr lang="en-US" sz="36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biến đạt đến được </a:t>
            </a:r>
            <a:r>
              <a:rPr lang="en-US" sz="3600" i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tất cả các sự sử dụng có thể thông qua tất cả các du-path</a:t>
            </a:r>
            <a:endParaRPr lang="en-US" sz="360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40DFB3-AA78-E553-9636-29096E5A7C6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925"/>
            <a:ext cx="12191999" cy="1094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3116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547E-32CA-476C-8AC8-2A09EC54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9DF097-FA99-ADEE-49EE-F03682AB7EDA}"/>
              </a:ext>
            </a:extLst>
          </p:cNvPr>
          <p:cNvSpPr>
            <a:spLocks noGrp="1" noChangeArrowheads="1"/>
          </p:cNvSpPr>
          <p:nvPr/>
        </p:nvSpPr>
        <p:spPr>
          <a:xfrm>
            <a:off x="730326" y="1099329"/>
            <a:ext cx="10731346" cy="575867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vi-VN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DataFlow Testing</a:t>
            </a:r>
            <a:r>
              <a:rPr lang="en-US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endParaRPr lang="en-US" sz="3600" b="1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endParaRPr lang="en-US" sz="360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3000" b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du-path: 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000" i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lộ trình định nghĩa-sử dụng đối với biến v nếu (n</a:t>
            </a:r>
            <a:r>
              <a:rPr lang="en-US" sz="3000" baseline="-25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000" baseline="-25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000" baseline="-25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485900" lvl="2" indent="-571500" algn="just">
              <a:lnSpc>
                <a:spcPct val="120000"/>
              </a:lnSpc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def(n</a:t>
            </a:r>
            <a:r>
              <a:rPr lang="en-US" sz="3000" baseline="-25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và v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c-</a:t>
            </a:r>
            <a:r>
              <a:rPr lang="en-US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use(n</a:t>
            </a:r>
            <a:r>
              <a:rPr lang="en-US" sz="3000" baseline="-25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en-US" sz="3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p-use(n</a:t>
            </a:r>
            <a:r>
              <a:rPr lang="en-US" sz="3000" baseline="-25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k,</a:t>
            </a:r>
            <a:r>
              <a:rPr lang="en-US" sz="3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sz="3000" baseline="-25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sz="3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marL="1485900" lvl="2" indent="-571500" algn="just">
              <a:lnSpc>
                <a:spcPct val="120000"/>
              </a:lnSpc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3000" baseline="-25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sz="3000" baseline="-25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là </a:t>
            </a:r>
            <a:r>
              <a:rPr lang="en-US" sz="3000" i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def-clear, simple path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đối với biến v</a:t>
            </a:r>
          </a:p>
          <a:p>
            <a:pPr marL="1485900" lvl="2" indent="-571500" algn="just">
              <a:lnSpc>
                <a:spcPct val="120000"/>
              </a:lnSpc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Hoặc n</a:t>
            </a:r>
            <a:r>
              <a:rPr lang="en-US" sz="3000" baseline="-25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3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sz="3000" baseline="-2500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là </a:t>
            </a:r>
            <a:r>
              <a:rPr lang="en-US" sz="3000" i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def-clear, loop free path</a:t>
            </a:r>
            <a:r>
              <a:rPr lang="en-US" sz="30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đối với biến v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endParaRPr lang="en-US" sz="360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E79A50-1679-F378-32E4-1D408B0D745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925"/>
            <a:ext cx="12191999" cy="1094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sz="4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8314DC-38F5-A5E2-74AD-C1B9434ECF86}"/>
              </a:ext>
            </a:extLst>
          </p:cNvPr>
          <p:cNvSpPr/>
          <p:nvPr/>
        </p:nvSpPr>
        <p:spPr>
          <a:xfrm>
            <a:off x="2236890" y="1833494"/>
            <a:ext cx="7086600" cy="46551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du-path là gì? Cách xác định</a:t>
            </a:r>
            <a:endParaRPr lang="en-US" sz="32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4D6B2F-C6C8-0F38-11E8-ACA35A0F4497}"/>
              </a:ext>
            </a:extLst>
          </p:cNvPr>
          <p:cNvGrpSpPr/>
          <p:nvPr/>
        </p:nvGrpSpPr>
        <p:grpSpPr>
          <a:xfrm>
            <a:off x="1480654" y="5267044"/>
            <a:ext cx="9735657" cy="1678645"/>
            <a:chOff x="2162276" y="5047821"/>
            <a:chExt cx="9735657" cy="16786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5461A9A-E1DD-7E9B-F79C-48B35B54C558}"/>
                </a:ext>
              </a:extLst>
            </p:cNvPr>
            <p:cNvGrpSpPr/>
            <p:nvPr/>
          </p:nvGrpSpPr>
          <p:grpSpPr>
            <a:xfrm>
              <a:off x="2162276" y="5047821"/>
              <a:ext cx="9735657" cy="1678645"/>
              <a:chOff x="1471810" y="3353653"/>
              <a:chExt cx="9735657" cy="1678645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E5EE983-F241-D380-12F3-0F2561594D86}"/>
                  </a:ext>
                </a:extLst>
              </p:cNvPr>
              <p:cNvGrpSpPr/>
              <p:nvPr/>
            </p:nvGrpSpPr>
            <p:grpSpPr>
              <a:xfrm>
                <a:off x="3284377" y="3353653"/>
                <a:ext cx="5707799" cy="1440212"/>
                <a:chOff x="1474238" y="2146040"/>
                <a:chExt cx="5707799" cy="1440212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8B264215-E212-8605-1F46-21B405FDD97F}"/>
                    </a:ext>
                  </a:extLst>
                </p:cNvPr>
                <p:cNvSpPr/>
                <p:nvPr/>
              </p:nvSpPr>
              <p:spPr>
                <a:xfrm>
                  <a:off x="1474238" y="2146040"/>
                  <a:ext cx="765110" cy="720106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sz="2000" baseline="-250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endParaRPr lang="vi-VN" sz="20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25252F56-08D8-1E9C-0BFF-D92AC68C619D}"/>
                    </a:ext>
                  </a:extLst>
                </p:cNvPr>
                <p:cNvSpPr/>
                <p:nvPr/>
              </p:nvSpPr>
              <p:spPr>
                <a:xfrm>
                  <a:off x="2705879" y="2866146"/>
                  <a:ext cx="765110" cy="72010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 sz="20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767425AF-23DF-2BB1-8DCC-7F39542872D5}"/>
                    </a:ext>
                  </a:extLst>
                </p:cNvPr>
                <p:cNvSpPr/>
                <p:nvPr/>
              </p:nvSpPr>
              <p:spPr>
                <a:xfrm>
                  <a:off x="5185286" y="2146040"/>
                  <a:ext cx="765110" cy="72010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sz="2000" baseline="-250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endParaRPr lang="vi-VN" sz="20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E3A4DBDE-727A-2E19-6C13-1AFC837C020F}"/>
                    </a:ext>
                  </a:extLst>
                </p:cNvPr>
                <p:cNvSpPr/>
                <p:nvPr/>
              </p:nvSpPr>
              <p:spPr>
                <a:xfrm>
                  <a:off x="6416927" y="2866146"/>
                  <a:ext cx="765110" cy="720106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sz="2000" baseline="-25000">
                      <a:solidFill>
                        <a:srgbClr val="003366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j</a:t>
                  </a:r>
                  <a:endParaRPr lang="vi-VN" sz="2000">
                    <a:solidFill>
                      <a:srgbClr val="0033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0E4771AF-82F7-E55F-6BAD-299C8D44AA35}"/>
                    </a:ext>
                  </a:extLst>
                </p:cNvPr>
                <p:cNvCxnSpPr>
                  <a:stCxn id="26" idx="5"/>
                  <a:endCxn id="27" idx="2"/>
                </p:cNvCxnSpPr>
                <p:nvPr/>
              </p:nvCxnSpPr>
              <p:spPr>
                <a:xfrm>
                  <a:off x="2127300" y="2760689"/>
                  <a:ext cx="578579" cy="46551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DBFB5528-2090-E811-0DF6-3C1D72695CE8}"/>
                    </a:ext>
                  </a:extLst>
                </p:cNvPr>
                <p:cNvCxnSpPr>
                  <a:stCxn id="27" idx="6"/>
                </p:cNvCxnSpPr>
                <p:nvPr/>
              </p:nvCxnSpPr>
              <p:spPr>
                <a:xfrm flipV="1">
                  <a:off x="3470989" y="2866146"/>
                  <a:ext cx="559796" cy="360053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D5E49176-426D-241F-33D0-9C557D826D86}"/>
                    </a:ext>
                  </a:extLst>
                </p:cNvPr>
                <p:cNvCxnSpPr>
                  <a:stCxn id="28" idx="5"/>
                  <a:endCxn id="29" idx="2"/>
                </p:cNvCxnSpPr>
                <p:nvPr/>
              </p:nvCxnSpPr>
              <p:spPr>
                <a:xfrm>
                  <a:off x="5838348" y="2760689"/>
                  <a:ext cx="578579" cy="46551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CAFBE0D-ABD5-1ED5-DC47-6F9397EA9FCF}"/>
                  </a:ext>
                </a:extLst>
              </p:cNvPr>
              <p:cNvSpPr/>
              <p:nvPr/>
            </p:nvSpPr>
            <p:spPr>
              <a:xfrm>
                <a:off x="1471810" y="3639136"/>
                <a:ext cx="1851137" cy="614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def(n</a:t>
                </a:r>
                <a:r>
                  <a:rPr lang="en-US" sz="2400" baseline="-250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)={v}</a:t>
                </a:r>
                <a:endParaRPr lang="vi-VN" sz="24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3D6EFF2-73D9-082E-781E-5D1EA8CD2469}"/>
                  </a:ext>
                </a:extLst>
              </p:cNvPr>
              <p:cNvSpPr/>
              <p:nvPr/>
            </p:nvSpPr>
            <p:spPr>
              <a:xfrm>
                <a:off x="8969399" y="4417649"/>
                <a:ext cx="2238068" cy="614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c-use(n</a:t>
                </a:r>
                <a:r>
                  <a:rPr lang="en-US" sz="2400" baseline="-250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40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)={v}</a:t>
                </a:r>
                <a:endParaRPr lang="vi-VN" sz="24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A9FB673-0CC8-77E4-C96E-06B033EA9F16}"/>
                  </a:ext>
                </a:extLst>
              </p:cNvPr>
              <p:cNvSpPr/>
              <p:nvPr/>
            </p:nvSpPr>
            <p:spPr>
              <a:xfrm>
                <a:off x="7682119" y="3495675"/>
                <a:ext cx="2881391" cy="6146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p-use(n</a:t>
                </a:r>
                <a:r>
                  <a:rPr lang="en-US" sz="2400" baseline="-250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,n</a:t>
                </a:r>
                <a:r>
                  <a:rPr lang="en-US" sz="2400" baseline="-250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40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)={v}</a:t>
                </a:r>
                <a:endParaRPr lang="vi-VN" sz="24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4462DD-0FEE-F986-E944-B02DAC47EF45}"/>
                </a:ext>
              </a:extLst>
            </p:cNvPr>
            <p:cNvSpPr txBox="1"/>
            <p:nvPr/>
          </p:nvSpPr>
          <p:spPr>
            <a:xfrm>
              <a:off x="6865984" y="5099054"/>
              <a:ext cx="10612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003366"/>
                  </a:solidFill>
                </a:rPr>
                <a:t>…</a:t>
              </a:r>
              <a:endParaRPr lang="vi-VN" sz="3600">
                <a:solidFill>
                  <a:srgbClr val="00336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2972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E2EB-E035-356E-A7BE-3E9BCC4F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92331-C1D9-9946-E9BD-C1DDBF6BC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3" y="0"/>
            <a:ext cx="483733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FC5776-5325-6E52-46E4-84F1B171064B}"/>
              </a:ext>
            </a:extLst>
          </p:cNvPr>
          <p:cNvSpPr txBox="1"/>
          <p:nvPr/>
        </p:nvSpPr>
        <p:spPr>
          <a:xfrm>
            <a:off x="5520265" y="1119707"/>
            <a:ext cx="573193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/>
              <a:t>Tìm kí số có giá trị lớn thứ 2 trong số nguyên dương n</a:t>
            </a:r>
          </a:p>
          <a:p>
            <a:pPr algn="just"/>
            <a:r>
              <a:rPr lang="en-US" sz="2400"/>
              <a:t>VD: n: 3909, kí số lớn thứ 2: 3</a:t>
            </a:r>
          </a:p>
          <a:p>
            <a:pPr marL="342900" indent="-342900" algn="just">
              <a:buAutoNum type="arabicPeriod"/>
            </a:pPr>
            <a:r>
              <a:rPr lang="en-US" sz="2400"/>
              <a:t>Xây dựng đồ thị luồng điều khiển</a:t>
            </a:r>
          </a:p>
          <a:p>
            <a:pPr marL="342900" indent="-342900" algn="just">
              <a:buAutoNum type="arabicPeriod"/>
            </a:pPr>
            <a:r>
              <a:rPr lang="en-US" sz="2400"/>
              <a:t>Tìm lỗi (nếu có) bằng cách thiết kế bộ testcase thỏa tiêu chí bao phủ đỉnh, tiêu chí bao phủ rẽ nhánh.</a:t>
            </a:r>
          </a:p>
          <a:p>
            <a:pPr marL="342900" indent="-342900" algn="just">
              <a:buAutoNum type="arabicPeriod"/>
            </a:pPr>
            <a:r>
              <a:rPr lang="en-US" sz="2400"/>
              <a:t>Xây dựng đồ thị luồng dữ liệu (tĩnh), kiểm tra xem biến ks được sử dụng đúng cách chưa?</a:t>
            </a:r>
          </a:p>
          <a:p>
            <a:pPr marL="342900" indent="-342900" algn="just">
              <a:buAutoNum type="arabicPeriod"/>
            </a:pPr>
            <a:r>
              <a:rPr lang="en-US" sz="2400"/>
              <a:t>Xây dựng đồ thị luồng dữ liệu (động), tìm lỗi dựa trên bộ testcase thỏa tiêu chí bao phủ all uses</a:t>
            </a:r>
          </a:p>
        </p:txBody>
      </p:sp>
    </p:spTree>
    <p:extLst>
      <p:ext uri="{BB962C8B-B14F-4D97-AF65-F5344CB8AC3E}">
        <p14:creationId xmlns:p14="http://schemas.microsoft.com/office/powerpoint/2010/main" val="261817612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2C1E7-1742-FB1A-4EFD-69C1E78AC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40181A-6BEB-3043-7BEA-4FC425781315}"/>
              </a:ext>
            </a:extLst>
          </p:cNvPr>
          <p:cNvSpPr>
            <a:spLocks noGrp="1" noChangeArrowheads="1"/>
          </p:cNvSpPr>
          <p:nvPr/>
        </p:nvSpPr>
        <p:spPr>
          <a:xfrm>
            <a:off x="0" y="0"/>
            <a:ext cx="12192000" cy="69472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 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HamTH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(int a, int b)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 x = 0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 = b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S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0;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while (x &lt; a)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 = y + x;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 (y % 2 == 0) 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+= y;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 (y % 5 == 0)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	{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 = y - 3;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continue;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else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 (y &gt; 50)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break;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if (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&gt; 100)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 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S;	</a:t>
            </a:r>
            <a:endParaRPr lang="vi-VN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x++;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 = y + 1;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return </a:t>
            </a:r>
            <a:r>
              <a:rPr lang="en-US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vi-VN" sz="1900">
                <a:solidFill>
                  <a:srgbClr val="00206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en-US" sz="1900">
              <a:solidFill>
                <a:srgbClr val="00206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915170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Bai01-TongQuanPM-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item1.xml><?xml version="1.0" encoding="utf-8"?>
<EsriMapsInfo xmlns="ESRI.ArcGIS.Mapping.OfficeIntegration.PowerPointInfo">
  <Version>Version1</Version>
  <RequiresSignIn>False</RequiresSignIn>
</EsriMapsInfo>
</file>

<file path=customXml/item2.xml><?xml version="1.0" encoding="utf-8"?>
<EsriMapsInfo xmlns="ESRI.ArcGIS.Mapping.OfficeIntegration.PowerPointInfo">
  <Version>Version1</Version>
  <RequiresSignIn>False</RequiresSignIn>
</EsriMapsInfo>
</file>

<file path=customXml/item3.xml><?xml version="1.0" encoding="utf-8"?>
<EsriMapsInfo xmlns="ESRI.ArcGIS.Mapping.OfficeIntegration.PowerPointInfo">
  <Version>Version1</Version>
  <RequiresSignIn>False</RequiresSignIn>
</EsriMapsInfo>
</file>

<file path=customXml/item4.xml><?xml version="1.0" encoding="utf-8"?>
<EsriMapsInfo xmlns="ESRI.ArcGIS.Mapping.OfficeIntegration.PowerPointInfo">
  <Version>Version1</Version>
  <RequiresSignIn>False</RequiresSignIn>
</EsriMapsInfo>
</file>

<file path=customXml/item5.xml><?xml version="1.0" encoding="utf-8"?>
<EsriMapsInfo xmlns="ESRI.ArcGIS.Mapping.OfficeIntegration.PowerPointInfo">
  <Version>Version1</Version>
  <RequiresSignIn>False</RequiresSignIn>
</EsriMapsInfo>
</file>

<file path=customXml/item6.xml><?xml version="1.0" encoding="utf-8"?>
<EsriMapsInfo xmlns="ESRI.ArcGIS.Mapping.OfficeIntegration.PowerPointInfo">
  <Version>Version1</Version>
  <RequiresSignIn>False</RequiresSignIn>
</EsriMapsInfo>
</file>

<file path=customXml/item7.xml><?xml version="1.0" encoding="utf-8"?>
<EsriMapsInfo xmlns="ESRI.ArcGIS.Mapping.OfficeIntegration.PowerPointInfo">
  <Version>Version1</Version>
  <RequiresSignIn>False</RequiresSignIn>
</EsriMapsInfo>
</file>

<file path=customXml/item8.xml><?xml version="1.0" encoding="utf-8"?>
<EsriMapsInfo xmlns="ESRI.ArcGIS.Mapping.OfficeIntegration.PowerPointInfo">
  <Version>Version1</Version>
  <RequiresSignIn>False</RequiresSignIn>
</EsriMapsInfo>
</file>

<file path=customXml/item9.xml><?xml version="1.0" encoding="utf-8"?>
<EsriMapsInfo xmlns="ESRI.ArcGIS.Mapping.OfficeIntegration.PowerPointInfo">
  <Version>Version1</Version>
  <RequiresSignIn>False</RequiresSignIn>
</EsriMapsInfo>
</file>

<file path=customXml/item10.xml><?xml version="1.0" encoding="utf-8"?>
<EsriMapsInfo xmlns="ESRI.ArcGIS.Mapping.OfficeIntegration.PowerPointInfo">
  <Version>Version1</Version>
  <RequiresSignIn>False</RequiresSignIn>
</EsriMapsInfo>
</file>

<file path=customXml/item11.xml><?xml version="1.0" encoding="utf-8"?>
<EsriMapsInfo xmlns="ESRI.ArcGIS.Mapping.OfficeIntegration.PowerPointInfo">
  <Version>Version1</Version>
  <RequiresSignIn>False</RequiresSignIn>
</EsriMapsInfo>
</file>

<file path=customXml/item12.xml><?xml version="1.0" encoding="utf-8"?>
<EsriMapsInfo xmlns="ESRI.ArcGIS.Mapping.OfficeIntegration.PowerPointInfo">
  <Version>Version1</Version>
  <RequiresSignIn>False</RequiresSignIn>
</EsriMapsInfo>
</file>

<file path=customXml/item13.xml><?xml version="1.0" encoding="utf-8"?>
<EsriMapsInfo xmlns="ESRI.ArcGIS.Mapping.OfficeIntegration.PowerPointInfo">
  <Version>Version1</Version>
  <RequiresSignIn>False</RequiresSignIn>
</EsriMapsInfo>
</file>

<file path=customXml/item14.xml><?xml version="1.0" encoding="utf-8"?>
<EsriMapsInfo xmlns="ESRI.ArcGIS.Mapping.OfficeIntegration.PowerPointInfo">
  <Version>Version1</Version>
  <RequiresSignIn>False</RequiresSignIn>
</EsriMapsInfo>
</file>

<file path=customXml/item15.xml><?xml version="1.0" encoding="utf-8"?>
<EsriMapsInfo xmlns="ESRI.ArcGIS.Mapping.OfficeIntegration.PowerPointInfo">
  <Version>Version1</Version>
  <RequiresSignIn>False</RequiresSignIn>
</EsriMapsInfo>
</file>

<file path=customXml/item16.xml><?xml version="1.0" encoding="utf-8"?>
<EsriMapsInfo xmlns="ESRI.ArcGIS.Mapping.OfficeIntegration.PowerPointInfo">
  <Version>Version1</Version>
  <RequiresSignIn>False</RequiresSignIn>
</EsriMapsInfo>
</file>

<file path=customXml/item17.xml><?xml version="1.0" encoding="utf-8"?>
<EsriMapsInfo xmlns="ESRI.ArcGIS.Mapping.OfficeIntegration.PowerPointInfo">
  <Version>Version1</Version>
  <RequiresSignIn>False</RequiresSignIn>
</EsriMapsInfo>
</file>

<file path=customXml/item18.xml><?xml version="1.0" encoding="utf-8"?>
<EsriMapsInfo xmlns="ESRI.ArcGIS.Mapping.OfficeIntegration.PowerPointInfo">
  <Version>Version1</Version>
  <RequiresSignIn>False</RequiresSignIn>
</EsriMapsInfo>
</file>

<file path=customXml/item19.xml><?xml version="1.0" encoding="utf-8"?>
<EsriMapsInfo xmlns="ESRI.ArcGIS.Mapping.OfficeIntegration.PowerPointInfo">
  <Version>Version1</Version>
  <RequiresSignIn>False</RequiresSignIn>
</EsriMapsInfo>
</file>

<file path=customXml/item20.xml><?xml version="1.0" encoding="utf-8"?>
<EsriMapsInfo xmlns="ESRI.ArcGIS.Mapping.OfficeIntegration.PowerPointInfo">
  <Version>Version1</Version>
  <RequiresSignIn>False</RequiresSignIn>
</EsriMapsInfo>
</file>

<file path=customXml/item21.xml><?xml version="1.0" encoding="utf-8"?>
<EsriMapsInfo xmlns="ESRI.ArcGIS.Mapping.OfficeIntegration.PowerPointInfo">
  <Version>Version1</Version>
  <RequiresSignIn>False</RequiresSignIn>
</EsriMapsInfo>
</file>

<file path=customXml/item22.xml><?xml version="1.0" encoding="utf-8"?>
<EsriMapsInfo xmlns="ESRI.ArcGIS.Mapping.OfficeIntegration.PowerPointInfo">
  <Version>Version1</Version>
  <RequiresSignIn>False</RequiresSignIn>
</EsriMapsInfo>
</file>

<file path=customXml/item23.xml><?xml version="1.0" encoding="utf-8"?>
<EsriMapsInfo xmlns="ESRI.ArcGIS.Mapping.OfficeIntegration.PowerPointInfo">
  <Version>Version1</Version>
  <RequiresSignIn>False</RequiresSignIn>
</EsriMapsInfo>
</file>

<file path=customXml/item24.xml><?xml version="1.0" encoding="utf-8"?>
<EsriMapsInfo xmlns="ESRI.ArcGIS.Mapping.OfficeIntegration.PowerPointInfo">
  <Version>Version1</Version>
  <RequiresSignIn>False</RequiresSignIn>
</EsriMapsInfo>
</file>

<file path=customXml/item25.xml><?xml version="1.0" encoding="utf-8"?>
<EsriMapsInfo xmlns="ESRI.ArcGIS.Mapping.OfficeIntegration.PowerPointInfo">
  <Version>Version1</Version>
  <RequiresSignIn>False</RequiresSignIn>
</EsriMapsInfo>
</file>

<file path=customXml/item26.xml><?xml version="1.0" encoding="utf-8"?>
<EsriMapsInfo xmlns="ESRI.ArcGIS.Mapping.OfficeIntegration.PowerPointInfo">
  <Version>Version1</Version>
  <RequiresSignIn>False</RequiresSignIn>
</EsriMapsInfo>
</file>

<file path=customXml/item27.xml><?xml version="1.0" encoding="utf-8"?>
<EsriMapsInfo xmlns="ESRI.ArcGIS.Mapping.OfficeIntegration.PowerPointInfo">
  <Version>Version1</Version>
  <RequiresSignIn>False</RequiresSignIn>
</EsriMapsInfo>
</file>

<file path=customXml/item28.xml><?xml version="1.0" encoding="utf-8"?>
<EsriMapsInfo xmlns="ESRI.ArcGIS.Mapping.OfficeIntegration.PowerPointInfo">
  <Version>Version1</Version>
  <RequiresSignIn>False</RequiresSignIn>
</EsriMapsInfo>
</file>

<file path=customXml/item29.xml><?xml version="1.0" encoding="utf-8"?>
<EsriMapsInfo xmlns="ESRI.ArcGIS.Mapping.OfficeIntegration.PowerPointInfo">
  <Version>Version1</Version>
  <RequiresSignIn>False</RequiresSignIn>
</EsriMapsInfo>
</file>

<file path=customXml/item30.xml><?xml version="1.0" encoding="utf-8"?>
<EsriMapsInfo xmlns="ESRI.ArcGIS.Mapping.OfficeIntegration.PowerPointInfo">
  <Version>Version1</Version>
  <RequiresSignIn>False</RequiresSignIn>
</EsriMapsInfo>
</file>

<file path=customXml/item31.xml><?xml version="1.0" encoding="utf-8"?>
<EsriMapsInfo xmlns="ESRI.ArcGIS.Mapping.OfficeIntegration.PowerPointInfo">
  <Version>Version1</Version>
  <RequiresSignIn>False</RequiresSignIn>
</EsriMapsInfo>
</file>

<file path=customXml/item32.xml><?xml version="1.0" encoding="utf-8"?>
<EsriMapsInfo xmlns="ESRI.ArcGIS.Mapping.OfficeIntegration.PowerPointInfo">
  <Version>Version1</Version>
  <RequiresSignIn>False</RequiresSignIn>
</EsriMapsInfo>
</file>

<file path=customXml/item33.xml><?xml version="1.0" encoding="utf-8"?>
<EsriMapsInfo xmlns="ESRI.ArcGIS.Mapping.OfficeIntegration.PowerPointInfo">
  <Version>Version1</Version>
  <RequiresSignIn>False</RequiresSignIn>
</EsriMapsInfo>
</file>

<file path=customXml/item34.xml><?xml version="1.0" encoding="utf-8"?>
<EsriMapsInfo xmlns="ESRI.ArcGIS.Mapping.OfficeIntegration.PowerPointInfo">
  <Version>Version1</Version>
  <RequiresSignIn>False</RequiresSignIn>
</EsriMapsInfo>
</file>

<file path=customXml/item35.xml><?xml version="1.0" encoding="utf-8"?>
<EsriMapsInfo xmlns="ESRI.ArcGIS.Mapping.OfficeIntegration.PowerPointInfo">
  <Version>Version1</Version>
  <RequiresSignIn>False</RequiresSignIn>
</EsriMapsInfo>
</file>

<file path=customXml/item36.xml><?xml version="1.0" encoding="utf-8"?>
<EsriMapsInfo xmlns="ESRI.ArcGIS.Mapping.OfficeIntegration.PowerPointInfo">
  <Version>Version1</Version>
  <RequiresSignIn>False</RequiresSignIn>
</EsriMapsInfo>
</file>

<file path=customXml/item37.xml><?xml version="1.0" encoding="utf-8"?>
<EsriMapsInfo xmlns="ESRI.ArcGIS.Mapping.OfficeIntegration.PowerPointInfo">
  <Version>Version1</Version>
  <RequiresSignIn>False</RequiresSignIn>
</EsriMapsInfo>
</file>

<file path=customXml/item38.xml><?xml version="1.0" encoding="utf-8"?>
<EsriMapsInfo xmlns="ESRI.ArcGIS.Mapping.OfficeIntegration.PowerPointInfo">
  <Version>Version1</Version>
  <RequiresSignIn>False</RequiresSignIn>
</EsriMapsInfo>
</file>

<file path=customXml/item39.xml><?xml version="1.0" encoding="utf-8"?>
<EsriMapsInfo xmlns="ESRI.ArcGIS.Mapping.OfficeIntegration.PowerPointInfo">
  <Version>Version1</Version>
  <RequiresSignIn>False</RequiresSignIn>
</EsriMapsInfo>
</file>

<file path=customXml/item40.xml><?xml version="1.0" encoding="utf-8"?>
<EsriMapsInfo xmlns="ESRI.ArcGIS.Mapping.OfficeIntegration.PowerPointInfo">
  <Version>Version1</Version>
  <RequiresSignIn>False</RequiresSignIn>
</EsriMapsInfo>
</file>

<file path=customXml/item41.xml><?xml version="1.0" encoding="utf-8"?>
<EsriMapsInfo xmlns="ESRI.ArcGIS.Mapping.OfficeIntegration.PowerPointInfo">
  <Version>Version1</Version>
  <RequiresSignIn>False</RequiresSignIn>
</EsriMapsInfo>
</file>

<file path=customXml/item42.xml><?xml version="1.0" encoding="utf-8"?>
<EsriMapsInfo xmlns="ESRI.ArcGIS.Mapping.OfficeIntegration.PowerPointInfo">
  <Version>Version1</Version>
  <RequiresSignIn>False</RequiresSignIn>
</EsriMapsInfo>
</file>

<file path=customXml/item43.xml><?xml version="1.0" encoding="utf-8"?>
<EsriMapsInfo xmlns="ESRI.ArcGIS.Mapping.OfficeIntegration.PowerPointInfo">
  <Version>Version1</Version>
  <RequiresSignIn>False</RequiresSignIn>
</EsriMapsInfo>
</file>

<file path=customXml/item44.xml><?xml version="1.0" encoding="utf-8"?>
<EsriMapsInfo xmlns="ESRI.ArcGIS.Mapping.OfficeIntegration.PowerPointInfo">
  <Version>Version1</Version>
  <RequiresSignIn>False</RequiresSignIn>
</EsriMapsInfo>
</file>

<file path=customXml/item45.xml><?xml version="1.0" encoding="utf-8"?>
<EsriMapsInfo xmlns="ESRI.ArcGIS.Mapping.OfficeIntegration.PowerPointInfo">
  <Version>Version1</Version>
  <RequiresSignIn>False</RequiresSignIn>
</EsriMapsInfo>
</file>

<file path=customXml/item46.xml><?xml version="1.0" encoding="utf-8"?>
<EsriMapsInfo xmlns="ESRI.ArcGIS.Mapping.OfficeIntegration.PowerPointInfo">
  <Version>Version1</Version>
  <RequiresSignIn>False</RequiresSignIn>
</EsriMapsInfo>
</file>

<file path=customXml/itemProps1.xml><?xml version="1.0" encoding="utf-8"?>
<ds:datastoreItem xmlns:ds="http://schemas.openxmlformats.org/officeDocument/2006/customXml" ds:itemID="{2A3C5BC1-9EA0-4001-995F-2CB091DEB327}">
  <ds:schemaRefs>
    <ds:schemaRef ds:uri="ESRI.ArcGIS.Mapping.OfficeIntegration.PowerPointInfo"/>
  </ds:schemaRefs>
</ds:datastoreItem>
</file>

<file path=customXml/itemProps2.xml><?xml version="1.0" encoding="utf-8"?>
<ds:datastoreItem xmlns:ds="http://schemas.openxmlformats.org/officeDocument/2006/customXml" ds:itemID="{CCDA5368-C999-4DAE-ADD1-0BB914F01A21}">
  <ds:schemaRefs>
    <ds:schemaRef ds:uri="ESRI.ArcGIS.Mapping.OfficeIntegration.PowerPointInfo"/>
  </ds:schemaRefs>
</ds:datastoreItem>
</file>

<file path=customXml/itemProps3.xml><?xml version="1.0" encoding="utf-8"?>
<ds:datastoreItem xmlns:ds="http://schemas.openxmlformats.org/officeDocument/2006/customXml" ds:itemID="{580D45CF-3712-4A5D-B382-2BE674802303}">
  <ds:schemaRefs>
    <ds:schemaRef ds:uri="ESRI.ArcGIS.Mapping.OfficeIntegration.PowerPointInfo"/>
  </ds:schemaRefs>
</ds:datastoreItem>
</file>

<file path=customXml/itemProps4.xml><?xml version="1.0" encoding="utf-8"?>
<ds:datastoreItem xmlns:ds="http://schemas.openxmlformats.org/officeDocument/2006/customXml" ds:itemID="{066950ED-D536-4A7C-A34A-43B56CFACE1B}">
  <ds:schemaRefs>
    <ds:schemaRef ds:uri="ESRI.ArcGIS.Mapping.OfficeIntegration.PowerPointInfo"/>
  </ds:schemaRefs>
</ds:datastoreItem>
</file>

<file path=customXml/itemProps5.xml><?xml version="1.0" encoding="utf-8"?>
<ds:datastoreItem xmlns:ds="http://schemas.openxmlformats.org/officeDocument/2006/customXml" ds:itemID="{199442CA-962E-4864-85C6-A8642F82D42E}">
  <ds:schemaRefs>
    <ds:schemaRef ds:uri="ESRI.ArcGIS.Mapping.OfficeIntegration.PowerPointInfo"/>
  </ds:schemaRefs>
</ds:datastoreItem>
</file>

<file path=customXml/itemProps6.xml><?xml version="1.0" encoding="utf-8"?>
<ds:datastoreItem xmlns:ds="http://schemas.openxmlformats.org/officeDocument/2006/customXml" ds:itemID="{2EE88D7A-3EBD-4092-A04B-B58AE7591B52}">
  <ds:schemaRefs>
    <ds:schemaRef ds:uri="ESRI.ArcGIS.Mapping.OfficeIntegration.PowerPointInfo"/>
  </ds:schemaRefs>
</ds:datastoreItem>
</file>

<file path=customXml/itemProps7.xml><?xml version="1.0" encoding="utf-8"?>
<ds:datastoreItem xmlns:ds="http://schemas.openxmlformats.org/officeDocument/2006/customXml" ds:itemID="{757F4EB6-A06B-437E-870B-461CDE814EF8}">
  <ds:schemaRefs>
    <ds:schemaRef ds:uri="ESRI.ArcGIS.Mapping.OfficeIntegration.PowerPointInfo"/>
  </ds:schemaRefs>
</ds:datastoreItem>
</file>

<file path=customXml/itemProps8.xml><?xml version="1.0" encoding="utf-8"?>
<ds:datastoreItem xmlns:ds="http://schemas.openxmlformats.org/officeDocument/2006/customXml" ds:itemID="{B8F57AEA-C486-4569-B93D-CF488240771D}">
  <ds:schemaRefs>
    <ds:schemaRef ds:uri="ESRI.ArcGIS.Mapping.OfficeIntegration.PowerPointInfo"/>
  </ds:schemaRefs>
</ds:datastoreItem>
</file>

<file path=customXml/itemProps9.xml><?xml version="1.0" encoding="utf-8"?>
<ds:datastoreItem xmlns:ds="http://schemas.openxmlformats.org/officeDocument/2006/customXml" ds:itemID="{5F5F5853-621D-4CFD-9071-5DAAA6802DD7}">
  <ds:schemaRefs>
    <ds:schemaRef ds:uri="ESRI.ArcGIS.Mapping.OfficeIntegration.PowerPointInfo"/>
  </ds:schemaRefs>
</ds:datastoreItem>
</file>

<file path=customXml/itemProps10.xml><?xml version="1.0" encoding="utf-8"?>
<ds:datastoreItem xmlns:ds="http://schemas.openxmlformats.org/officeDocument/2006/customXml" ds:itemID="{0F5168BD-8E0B-4604-9A9D-9CE791703EBF}">
  <ds:schemaRefs>
    <ds:schemaRef ds:uri="ESRI.ArcGIS.Mapping.OfficeIntegration.PowerPointInfo"/>
  </ds:schemaRefs>
</ds:datastoreItem>
</file>

<file path=customXml/itemProps11.xml><?xml version="1.0" encoding="utf-8"?>
<ds:datastoreItem xmlns:ds="http://schemas.openxmlformats.org/officeDocument/2006/customXml" ds:itemID="{BFC9A738-7FFA-4F68-A00C-A979504B503E}">
  <ds:schemaRefs>
    <ds:schemaRef ds:uri="ESRI.ArcGIS.Mapping.OfficeIntegration.PowerPointInfo"/>
  </ds:schemaRefs>
</ds:datastoreItem>
</file>

<file path=customXml/itemProps12.xml><?xml version="1.0" encoding="utf-8"?>
<ds:datastoreItem xmlns:ds="http://schemas.openxmlformats.org/officeDocument/2006/customXml" ds:itemID="{31BE9809-B07F-4F1D-89DD-BC1D18C5D849}">
  <ds:schemaRefs>
    <ds:schemaRef ds:uri="ESRI.ArcGIS.Mapping.OfficeIntegration.PowerPointInfo"/>
  </ds:schemaRefs>
</ds:datastoreItem>
</file>

<file path=customXml/itemProps13.xml><?xml version="1.0" encoding="utf-8"?>
<ds:datastoreItem xmlns:ds="http://schemas.openxmlformats.org/officeDocument/2006/customXml" ds:itemID="{21DE9DE9-BF72-4343-B068-715D425DFF93}">
  <ds:schemaRefs>
    <ds:schemaRef ds:uri="ESRI.ArcGIS.Mapping.OfficeIntegration.PowerPointInfo"/>
  </ds:schemaRefs>
</ds:datastoreItem>
</file>

<file path=customXml/itemProps14.xml><?xml version="1.0" encoding="utf-8"?>
<ds:datastoreItem xmlns:ds="http://schemas.openxmlformats.org/officeDocument/2006/customXml" ds:itemID="{314EEE8E-2BEA-4C2D-B663-0682E6CFC254}">
  <ds:schemaRefs>
    <ds:schemaRef ds:uri="ESRI.ArcGIS.Mapping.OfficeIntegration.PowerPointInfo"/>
  </ds:schemaRefs>
</ds:datastoreItem>
</file>

<file path=customXml/itemProps15.xml><?xml version="1.0" encoding="utf-8"?>
<ds:datastoreItem xmlns:ds="http://schemas.openxmlformats.org/officeDocument/2006/customXml" ds:itemID="{68DA4304-EA0C-47D7-8CE8-7276F3F6D74C}">
  <ds:schemaRefs>
    <ds:schemaRef ds:uri="ESRI.ArcGIS.Mapping.OfficeIntegration.PowerPointInfo"/>
  </ds:schemaRefs>
</ds:datastoreItem>
</file>

<file path=customXml/itemProps16.xml><?xml version="1.0" encoding="utf-8"?>
<ds:datastoreItem xmlns:ds="http://schemas.openxmlformats.org/officeDocument/2006/customXml" ds:itemID="{831759ED-141B-42B6-ADB9-37471B9A6482}">
  <ds:schemaRefs>
    <ds:schemaRef ds:uri="ESRI.ArcGIS.Mapping.OfficeIntegration.PowerPointInfo"/>
  </ds:schemaRefs>
</ds:datastoreItem>
</file>

<file path=customXml/itemProps17.xml><?xml version="1.0" encoding="utf-8"?>
<ds:datastoreItem xmlns:ds="http://schemas.openxmlformats.org/officeDocument/2006/customXml" ds:itemID="{9A0BCA14-B066-4554-A443-64B054485660}">
  <ds:schemaRefs>
    <ds:schemaRef ds:uri="ESRI.ArcGIS.Mapping.OfficeIntegration.PowerPointInfo"/>
  </ds:schemaRefs>
</ds:datastoreItem>
</file>

<file path=customXml/itemProps18.xml><?xml version="1.0" encoding="utf-8"?>
<ds:datastoreItem xmlns:ds="http://schemas.openxmlformats.org/officeDocument/2006/customXml" ds:itemID="{123C989F-B8F4-4E51-9C35-FF29F24A86AC}">
  <ds:schemaRefs>
    <ds:schemaRef ds:uri="ESRI.ArcGIS.Mapping.OfficeIntegration.PowerPointInfo"/>
  </ds:schemaRefs>
</ds:datastoreItem>
</file>

<file path=customXml/itemProps19.xml><?xml version="1.0" encoding="utf-8"?>
<ds:datastoreItem xmlns:ds="http://schemas.openxmlformats.org/officeDocument/2006/customXml" ds:itemID="{7B0B05E0-015E-46DA-806B-AE528220ACE1}">
  <ds:schemaRefs>
    <ds:schemaRef ds:uri="ESRI.ArcGIS.Mapping.OfficeIntegration.PowerPointInfo"/>
  </ds:schemaRefs>
</ds:datastoreItem>
</file>

<file path=customXml/itemProps20.xml><?xml version="1.0" encoding="utf-8"?>
<ds:datastoreItem xmlns:ds="http://schemas.openxmlformats.org/officeDocument/2006/customXml" ds:itemID="{FAF7AEFF-9371-467A-A033-1631B419624B}">
  <ds:schemaRefs>
    <ds:schemaRef ds:uri="ESRI.ArcGIS.Mapping.OfficeIntegration.PowerPointInfo"/>
  </ds:schemaRefs>
</ds:datastoreItem>
</file>

<file path=customXml/itemProps21.xml><?xml version="1.0" encoding="utf-8"?>
<ds:datastoreItem xmlns:ds="http://schemas.openxmlformats.org/officeDocument/2006/customXml" ds:itemID="{FB8AD943-7C8D-4C75-98AC-752FF072A21C}">
  <ds:schemaRefs>
    <ds:schemaRef ds:uri="ESRI.ArcGIS.Mapping.OfficeIntegration.PowerPointInfo"/>
  </ds:schemaRefs>
</ds:datastoreItem>
</file>

<file path=customXml/itemProps22.xml><?xml version="1.0" encoding="utf-8"?>
<ds:datastoreItem xmlns:ds="http://schemas.openxmlformats.org/officeDocument/2006/customXml" ds:itemID="{E35998D1-1C29-4F2D-8761-699AEEB1B83C}">
  <ds:schemaRefs>
    <ds:schemaRef ds:uri="ESRI.ArcGIS.Mapping.OfficeIntegration.PowerPointInfo"/>
  </ds:schemaRefs>
</ds:datastoreItem>
</file>

<file path=customXml/itemProps23.xml><?xml version="1.0" encoding="utf-8"?>
<ds:datastoreItem xmlns:ds="http://schemas.openxmlformats.org/officeDocument/2006/customXml" ds:itemID="{1E2FDB2D-494B-471D-A8F8-88FF2C4C9D60}">
  <ds:schemaRefs>
    <ds:schemaRef ds:uri="ESRI.ArcGIS.Mapping.OfficeIntegration.PowerPointInfo"/>
  </ds:schemaRefs>
</ds:datastoreItem>
</file>

<file path=customXml/itemProps24.xml><?xml version="1.0" encoding="utf-8"?>
<ds:datastoreItem xmlns:ds="http://schemas.openxmlformats.org/officeDocument/2006/customXml" ds:itemID="{0412CD7B-20C0-4B85-9F20-6DC07200700F}">
  <ds:schemaRefs>
    <ds:schemaRef ds:uri="ESRI.ArcGIS.Mapping.OfficeIntegration.PowerPointInfo"/>
  </ds:schemaRefs>
</ds:datastoreItem>
</file>

<file path=customXml/itemProps25.xml><?xml version="1.0" encoding="utf-8"?>
<ds:datastoreItem xmlns:ds="http://schemas.openxmlformats.org/officeDocument/2006/customXml" ds:itemID="{A4A50763-B7B9-48FE-AE5B-7045709F0D63}">
  <ds:schemaRefs>
    <ds:schemaRef ds:uri="ESRI.ArcGIS.Mapping.OfficeIntegration.PowerPointInfo"/>
  </ds:schemaRefs>
</ds:datastoreItem>
</file>

<file path=customXml/itemProps26.xml><?xml version="1.0" encoding="utf-8"?>
<ds:datastoreItem xmlns:ds="http://schemas.openxmlformats.org/officeDocument/2006/customXml" ds:itemID="{9D483711-4639-4A77-8E58-5C4EB4931CE0}">
  <ds:schemaRefs>
    <ds:schemaRef ds:uri="ESRI.ArcGIS.Mapping.OfficeIntegration.PowerPointInfo"/>
  </ds:schemaRefs>
</ds:datastoreItem>
</file>

<file path=customXml/itemProps27.xml><?xml version="1.0" encoding="utf-8"?>
<ds:datastoreItem xmlns:ds="http://schemas.openxmlformats.org/officeDocument/2006/customXml" ds:itemID="{BA7C669E-5AEC-4766-9BD3-D99EFF173450}">
  <ds:schemaRefs>
    <ds:schemaRef ds:uri="ESRI.ArcGIS.Mapping.OfficeIntegration.PowerPointInfo"/>
  </ds:schemaRefs>
</ds:datastoreItem>
</file>

<file path=customXml/itemProps28.xml><?xml version="1.0" encoding="utf-8"?>
<ds:datastoreItem xmlns:ds="http://schemas.openxmlformats.org/officeDocument/2006/customXml" ds:itemID="{C8E4AFC2-26FC-4BD4-A405-3C02F795D3F9}">
  <ds:schemaRefs>
    <ds:schemaRef ds:uri="ESRI.ArcGIS.Mapping.OfficeIntegration.PowerPointInfo"/>
  </ds:schemaRefs>
</ds:datastoreItem>
</file>

<file path=customXml/itemProps29.xml><?xml version="1.0" encoding="utf-8"?>
<ds:datastoreItem xmlns:ds="http://schemas.openxmlformats.org/officeDocument/2006/customXml" ds:itemID="{6B5BA23C-9161-4986-BDDC-BDAE3EC1EA49}">
  <ds:schemaRefs>
    <ds:schemaRef ds:uri="ESRI.ArcGIS.Mapping.OfficeIntegration.PowerPointInfo"/>
  </ds:schemaRefs>
</ds:datastoreItem>
</file>

<file path=customXml/itemProps30.xml><?xml version="1.0" encoding="utf-8"?>
<ds:datastoreItem xmlns:ds="http://schemas.openxmlformats.org/officeDocument/2006/customXml" ds:itemID="{11DE3BBD-FABC-4DE3-A1FD-049FD4B2C2BD}">
  <ds:schemaRefs>
    <ds:schemaRef ds:uri="ESRI.ArcGIS.Mapping.OfficeIntegration.PowerPointInfo"/>
  </ds:schemaRefs>
</ds:datastoreItem>
</file>

<file path=customXml/itemProps31.xml><?xml version="1.0" encoding="utf-8"?>
<ds:datastoreItem xmlns:ds="http://schemas.openxmlformats.org/officeDocument/2006/customXml" ds:itemID="{9A4CF9BB-2266-469F-A89F-E0E5A7D2B8DD}">
  <ds:schemaRefs>
    <ds:schemaRef ds:uri="ESRI.ArcGIS.Mapping.OfficeIntegration.PowerPointInfo"/>
  </ds:schemaRefs>
</ds:datastoreItem>
</file>

<file path=customXml/itemProps32.xml><?xml version="1.0" encoding="utf-8"?>
<ds:datastoreItem xmlns:ds="http://schemas.openxmlformats.org/officeDocument/2006/customXml" ds:itemID="{63B4B30E-CECE-4E3F-811D-CC1C8B7D2508}">
  <ds:schemaRefs>
    <ds:schemaRef ds:uri="ESRI.ArcGIS.Mapping.OfficeIntegration.PowerPointInfo"/>
  </ds:schemaRefs>
</ds:datastoreItem>
</file>

<file path=customXml/itemProps33.xml><?xml version="1.0" encoding="utf-8"?>
<ds:datastoreItem xmlns:ds="http://schemas.openxmlformats.org/officeDocument/2006/customXml" ds:itemID="{71542400-A90E-4E30-916B-F2E06B48516A}">
  <ds:schemaRefs>
    <ds:schemaRef ds:uri="ESRI.ArcGIS.Mapping.OfficeIntegration.PowerPointInfo"/>
  </ds:schemaRefs>
</ds:datastoreItem>
</file>

<file path=customXml/itemProps34.xml><?xml version="1.0" encoding="utf-8"?>
<ds:datastoreItem xmlns:ds="http://schemas.openxmlformats.org/officeDocument/2006/customXml" ds:itemID="{97012379-BE02-4E78-B1DF-3A7C05009484}">
  <ds:schemaRefs>
    <ds:schemaRef ds:uri="ESRI.ArcGIS.Mapping.OfficeIntegration.PowerPointInfo"/>
  </ds:schemaRefs>
</ds:datastoreItem>
</file>

<file path=customXml/itemProps35.xml><?xml version="1.0" encoding="utf-8"?>
<ds:datastoreItem xmlns:ds="http://schemas.openxmlformats.org/officeDocument/2006/customXml" ds:itemID="{B689FB14-2B98-49DB-B166-43D0CBECA31A}">
  <ds:schemaRefs>
    <ds:schemaRef ds:uri="ESRI.ArcGIS.Mapping.OfficeIntegration.PowerPointInfo"/>
  </ds:schemaRefs>
</ds:datastoreItem>
</file>

<file path=customXml/itemProps36.xml><?xml version="1.0" encoding="utf-8"?>
<ds:datastoreItem xmlns:ds="http://schemas.openxmlformats.org/officeDocument/2006/customXml" ds:itemID="{8F048CCB-6276-4D1B-9AF9-9F2BD88A4424}">
  <ds:schemaRefs>
    <ds:schemaRef ds:uri="ESRI.ArcGIS.Mapping.OfficeIntegration.PowerPointInfo"/>
  </ds:schemaRefs>
</ds:datastoreItem>
</file>

<file path=customXml/itemProps37.xml><?xml version="1.0" encoding="utf-8"?>
<ds:datastoreItem xmlns:ds="http://schemas.openxmlformats.org/officeDocument/2006/customXml" ds:itemID="{ACE258FA-2411-4FAF-9676-5B3678908DB9}">
  <ds:schemaRefs>
    <ds:schemaRef ds:uri="ESRI.ArcGIS.Mapping.OfficeIntegration.PowerPointInfo"/>
  </ds:schemaRefs>
</ds:datastoreItem>
</file>

<file path=customXml/itemProps38.xml><?xml version="1.0" encoding="utf-8"?>
<ds:datastoreItem xmlns:ds="http://schemas.openxmlformats.org/officeDocument/2006/customXml" ds:itemID="{617D108D-62EA-486F-9765-0E2CB2958B3F}">
  <ds:schemaRefs>
    <ds:schemaRef ds:uri="ESRI.ArcGIS.Mapping.OfficeIntegration.PowerPointInfo"/>
  </ds:schemaRefs>
</ds:datastoreItem>
</file>

<file path=customXml/itemProps39.xml><?xml version="1.0" encoding="utf-8"?>
<ds:datastoreItem xmlns:ds="http://schemas.openxmlformats.org/officeDocument/2006/customXml" ds:itemID="{6BCBC5DD-60D0-4B72-90F8-5A06CEF724AA}">
  <ds:schemaRefs>
    <ds:schemaRef ds:uri="ESRI.ArcGIS.Mapping.OfficeIntegration.PowerPointInfo"/>
  </ds:schemaRefs>
</ds:datastoreItem>
</file>

<file path=customXml/itemProps40.xml><?xml version="1.0" encoding="utf-8"?>
<ds:datastoreItem xmlns:ds="http://schemas.openxmlformats.org/officeDocument/2006/customXml" ds:itemID="{6175C7B7-0478-4027-8591-AF32A3FE4F82}">
  <ds:schemaRefs>
    <ds:schemaRef ds:uri="ESRI.ArcGIS.Mapping.OfficeIntegration.PowerPointInfo"/>
  </ds:schemaRefs>
</ds:datastoreItem>
</file>

<file path=customXml/itemProps41.xml><?xml version="1.0" encoding="utf-8"?>
<ds:datastoreItem xmlns:ds="http://schemas.openxmlformats.org/officeDocument/2006/customXml" ds:itemID="{A1F7D024-5489-4E58-95B7-3D0F826F644B}">
  <ds:schemaRefs>
    <ds:schemaRef ds:uri="ESRI.ArcGIS.Mapping.OfficeIntegration.PowerPointInfo"/>
  </ds:schemaRefs>
</ds:datastoreItem>
</file>

<file path=customXml/itemProps42.xml><?xml version="1.0" encoding="utf-8"?>
<ds:datastoreItem xmlns:ds="http://schemas.openxmlformats.org/officeDocument/2006/customXml" ds:itemID="{585025F9-8F28-4607-A9E5-E9CCD0E8A6FE}">
  <ds:schemaRefs>
    <ds:schemaRef ds:uri="ESRI.ArcGIS.Mapping.OfficeIntegration.PowerPointInfo"/>
  </ds:schemaRefs>
</ds:datastoreItem>
</file>

<file path=customXml/itemProps43.xml><?xml version="1.0" encoding="utf-8"?>
<ds:datastoreItem xmlns:ds="http://schemas.openxmlformats.org/officeDocument/2006/customXml" ds:itemID="{B6C5292D-8681-44DA-90EE-E53D96D38010}">
  <ds:schemaRefs>
    <ds:schemaRef ds:uri="ESRI.ArcGIS.Mapping.OfficeIntegration.PowerPointInfo"/>
  </ds:schemaRefs>
</ds:datastoreItem>
</file>

<file path=customXml/itemProps44.xml><?xml version="1.0" encoding="utf-8"?>
<ds:datastoreItem xmlns:ds="http://schemas.openxmlformats.org/officeDocument/2006/customXml" ds:itemID="{6D2BD619-25B7-4F38-9C8C-F7B340D220B3}">
  <ds:schemaRefs>
    <ds:schemaRef ds:uri="ESRI.ArcGIS.Mapping.OfficeIntegration.PowerPointInfo"/>
  </ds:schemaRefs>
</ds:datastoreItem>
</file>

<file path=customXml/itemProps45.xml><?xml version="1.0" encoding="utf-8"?>
<ds:datastoreItem xmlns:ds="http://schemas.openxmlformats.org/officeDocument/2006/customXml" ds:itemID="{33CA4C30-F62E-448D-9CD4-37B31F48A8EF}">
  <ds:schemaRefs>
    <ds:schemaRef ds:uri="ESRI.ArcGIS.Mapping.OfficeIntegration.PowerPointInfo"/>
  </ds:schemaRefs>
</ds:datastoreItem>
</file>

<file path=customXml/itemProps46.xml><?xml version="1.0" encoding="utf-8"?>
<ds:datastoreItem xmlns:ds="http://schemas.openxmlformats.org/officeDocument/2006/customXml" ds:itemID="{EAC06DE9-5483-4DF2-8E44-970C8FB65695}">
  <ds:schemaRefs>
    <ds:schemaRef ds:uri="ESRI.ArcGIS.Mapping.OfficeIntegration.PowerPointInfo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Bai03-ThietKeTestCase_DT</Template>
  <TotalTime>27833</TotalTime>
  <Words>989</Words>
  <Application>Microsoft Office PowerPoint</Application>
  <PresentationFormat>Widescreen</PresentationFormat>
  <Paragraphs>153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Open Sans</vt:lpstr>
      <vt:lpstr>Times New Roman</vt:lpstr>
      <vt:lpstr>Wingdings</vt:lpstr>
      <vt:lpstr>Bai01-TongQuanPM-New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VÙNG CHỌN &amp; LAYER</dc:title>
  <dc:creator>Thao Tran Bui Phuong</dc:creator>
  <cp:lastModifiedBy>Office</cp:lastModifiedBy>
  <cp:revision>938</cp:revision>
  <dcterms:created xsi:type="dcterms:W3CDTF">2014-01-12T22:25:57Z</dcterms:created>
  <dcterms:modified xsi:type="dcterms:W3CDTF">2025-12-02T14:48:47Z</dcterms:modified>
</cp:coreProperties>
</file>